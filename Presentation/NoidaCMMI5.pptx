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3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4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theme/themeOverride1.xml" ContentType="application/vnd.openxmlformats-officedocument.themeOverr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5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6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notesSlides/notesSlide7.xml" ContentType="application/vnd.openxmlformats-officedocument.presentationml.notesSlide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notesSlides/notesSlide8.xml" ContentType="application/vnd.openxmlformats-officedocument.presentationml.notesSlide+xml"/>
  <Override PartName="/ppt/diagrams/data20.xml" ContentType="application/vnd.openxmlformats-officedocument.drawingml.diagramData+xml"/>
  <Override PartName="/ppt/diagrams/layout20.xml" ContentType="application/vnd.openxmlformats-officedocument.drawingml.diagramLayout+xml"/>
  <Override PartName="/ppt/diagrams/quickStyle20.xml" ContentType="application/vnd.openxmlformats-officedocument.drawingml.diagramStyle+xml"/>
  <Override PartName="/ppt/diagrams/colors20.xml" ContentType="application/vnd.openxmlformats-officedocument.drawingml.diagramColors+xml"/>
  <Override PartName="/ppt/diagrams/drawing20.xml" ContentType="application/vnd.ms-office.drawingml.diagramDrawing+xml"/>
  <Override PartName="/ppt/diagrams/data21.xml" ContentType="application/vnd.openxmlformats-officedocument.drawingml.diagramData+xml"/>
  <Override PartName="/ppt/diagrams/layout21.xml" ContentType="application/vnd.openxmlformats-officedocument.drawingml.diagramLayout+xml"/>
  <Override PartName="/ppt/diagrams/quickStyle21.xml" ContentType="application/vnd.openxmlformats-officedocument.drawingml.diagramStyle+xml"/>
  <Override PartName="/ppt/diagrams/colors21.xml" ContentType="application/vnd.openxmlformats-officedocument.drawingml.diagramColors+xml"/>
  <Override PartName="/ppt/diagrams/drawing21.xml" ContentType="application/vnd.ms-office.drawingml.diagramDrawing+xml"/>
  <Override PartName="/ppt/diagrams/data22.xml" ContentType="application/vnd.openxmlformats-officedocument.drawingml.diagramData+xml"/>
  <Override PartName="/ppt/diagrams/layout22.xml" ContentType="application/vnd.openxmlformats-officedocument.drawingml.diagramLayout+xml"/>
  <Override PartName="/ppt/diagrams/quickStyle22.xml" ContentType="application/vnd.openxmlformats-officedocument.drawingml.diagramStyle+xml"/>
  <Override PartName="/ppt/diagrams/colors22.xml" ContentType="application/vnd.openxmlformats-officedocument.drawingml.diagramColors+xml"/>
  <Override PartName="/ppt/diagrams/drawing22.xml" ContentType="application/vnd.ms-office.drawingml.diagramDrawing+xml"/>
  <Override PartName="/ppt/diagrams/data23.xml" ContentType="application/vnd.openxmlformats-officedocument.drawingml.diagramData+xml"/>
  <Override PartName="/ppt/diagrams/layout23.xml" ContentType="application/vnd.openxmlformats-officedocument.drawingml.diagramLayout+xml"/>
  <Override PartName="/ppt/diagrams/quickStyle23.xml" ContentType="application/vnd.openxmlformats-officedocument.drawingml.diagramStyle+xml"/>
  <Override PartName="/ppt/diagrams/colors23.xml" ContentType="application/vnd.openxmlformats-officedocument.drawingml.diagramColors+xml"/>
  <Override PartName="/ppt/diagrams/drawing23.xml" ContentType="application/vnd.ms-office.drawingml.diagramDrawing+xml"/>
  <Override PartName="/ppt/notesSlides/notesSlide9.xml" ContentType="application/vnd.openxmlformats-officedocument.presentationml.notesSlide+xml"/>
  <Override PartName="/ppt/diagrams/data24.xml" ContentType="application/vnd.openxmlformats-officedocument.drawingml.diagramData+xml"/>
  <Override PartName="/ppt/diagrams/layout24.xml" ContentType="application/vnd.openxmlformats-officedocument.drawingml.diagramLayout+xml"/>
  <Override PartName="/ppt/diagrams/quickStyle24.xml" ContentType="application/vnd.openxmlformats-officedocument.drawingml.diagramStyle+xml"/>
  <Override PartName="/ppt/diagrams/colors24.xml" ContentType="application/vnd.openxmlformats-officedocument.drawingml.diagramColors+xml"/>
  <Override PartName="/ppt/diagrams/drawing24.xml" ContentType="application/vnd.ms-office.drawingml.diagramDrawing+xml"/>
  <Override PartName="/ppt/notesSlides/notesSlide10.xml" ContentType="application/vnd.openxmlformats-officedocument.presentationml.notesSlide+xml"/>
  <Override PartName="/ppt/diagrams/data25.xml" ContentType="application/vnd.openxmlformats-officedocument.drawingml.diagramData+xml"/>
  <Override PartName="/ppt/diagrams/layout25.xml" ContentType="application/vnd.openxmlformats-officedocument.drawingml.diagramLayout+xml"/>
  <Override PartName="/ppt/diagrams/quickStyle25.xml" ContentType="application/vnd.openxmlformats-officedocument.drawingml.diagramStyle+xml"/>
  <Override PartName="/ppt/diagrams/colors25.xml" ContentType="application/vnd.openxmlformats-officedocument.drawingml.diagramColors+xml"/>
  <Override PartName="/ppt/diagrams/drawing25.xml" ContentType="application/vnd.ms-office.drawingml.diagramDrawing+xml"/>
  <Override PartName="/ppt/diagrams/data26.xml" ContentType="application/vnd.openxmlformats-officedocument.drawingml.diagramData+xml"/>
  <Override PartName="/ppt/diagrams/layout26.xml" ContentType="application/vnd.openxmlformats-officedocument.drawingml.diagramLayout+xml"/>
  <Override PartName="/ppt/diagrams/quickStyle26.xml" ContentType="application/vnd.openxmlformats-officedocument.drawingml.diagramStyle+xml"/>
  <Override PartName="/ppt/diagrams/colors26.xml" ContentType="application/vnd.openxmlformats-officedocument.drawingml.diagramColors+xml"/>
  <Override PartName="/ppt/diagrams/drawing26.xml" ContentType="application/vnd.ms-office.drawingml.diagramDrawing+xml"/>
  <Override PartName="/ppt/theme/themeOverride2.xml" ContentType="application/vnd.openxmlformats-officedocument.themeOverride+xml"/>
  <Override PartName="/ppt/notesSlides/notesSlide11.xml" ContentType="application/vnd.openxmlformats-officedocument.presentationml.notesSlide+xml"/>
  <Override PartName="/ppt/diagrams/data27.xml" ContentType="application/vnd.openxmlformats-officedocument.drawingml.diagramData+xml"/>
  <Override PartName="/ppt/diagrams/layout27.xml" ContentType="application/vnd.openxmlformats-officedocument.drawingml.diagramLayout+xml"/>
  <Override PartName="/ppt/diagrams/quickStyle27.xml" ContentType="application/vnd.openxmlformats-officedocument.drawingml.diagramStyle+xml"/>
  <Override PartName="/ppt/diagrams/colors27.xml" ContentType="application/vnd.openxmlformats-officedocument.drawingml.diagramColors+xml"/>
  <Override PartName="/ppt/diagrams/drawing27.xml" ContentType="application/vnd.ms-office.drawingml.diagramDrawing+xml"/>
  <Override PartName="/ppt/diagrams/data28.xml" ContentType="application/vnd.openxmlformats-officedocument.drawingml.diagramData+xml"/>
  <Override PartName="/ppt/diagrams/layout28.xml" ContentType="application/vnd.openxmlformats-officedocument.drawingml.diagramLayout+xml"/>
  <Override PartName="/ppt/diagrams/quickStyle28.xml" ContentType="application/vnd.openxmlformats-officedocument.drawingml.diagramStyle+xml"/>
  <Override PartName="/ppt/diagrams/colors28.xml" ContentType="application/vnd.openxmlformats-officedocument.drawingml.diagramColors+xml"/>
  <Override PartName="/ppt/diagrams/drawing28.xml" ContentType="application/vnd.ms-office.drawingml.diagramDrawing+xml"/>
  <Override PartName="/ppt/diagrams/data29.xml" ContentType="application/vnd.openxmlformats-officedocument.drawingml.diagramData+xml"/>
  <Override PartName="/ppt/diagrams/layout29.xml" ContentType="application/vnd.openxmlformats-officedocument.drawingml.diagramLayout+xml"/>
  <Override PartName="/ppt/diagrams/quickStyle29.xml" ContentType="application/vnd.openxmlformats-officedocument.drawingml.diagramStyle+xml"/>
  <Override PartName="/ppt/diagrams/colors29.xml" ContentType="application/vnd.openxmlformats-officedocument.drawingml.diagramColors+xml"/>
  <Override PartName="/ppt/diagrams/drawing29.xml" ContentType="application/vnd.ms-office.drawingml.diagramDrawing+xml"/>
  <Override PartName="/ppt/diagrams/data30.xml" ContentType="application/vnd.openxmlformats-officedocument.drawingml.diagramData+xml"/>
  <Override PartName="/ppt/diagrams/layout30.xml" ContentType="application/vnd.openxmlformats-officedocument.drawingml.diagramLayout+xml"/>
  <Override PartName="/ppt/diagrams/quickStyle30.xml" ContentType="application/vnd.openxmlformats-officedocument.drawingml.diagramStyle+xml"/>
  <Override PartName="/ppt/diagrams/colors30.xml" ContentType="application/vnd.openxmlformats-officedocument.drawingml.diagramColors+xml"/>
  <Override PartName="/ppt/diagrams/drawing30.xml" ContentType="application/vnd.ms-office.drawingml.diagramDrawing+xml"/>
  <Override PartName="/ppt/diagrams/data31.xml" ContentType="application/vnd.openxmlformats-officedocument.drawingml.diagramData+xml"/>
  <Override PartName="/ppt/diagrams/layout31.xml" ContentType="application/vnd.openxmlformats-officedocument.drawingml.diagramLayout+xml"/>
  <Override PartName="/ppt/diagrams/quickStyle31.xml" ContentType="application/vnd.openxmlformats-officedocument.drawingml.diagramStyle+xml"/>
  <Override PartName="/ppt/diagrams/colors31.xml" ContentType="application/vnd.openxmlformats-officedocument.drawingml.diagramColors+xml"/>
  <Override PartName="/ppt/diagrams/drawing31.xml" ContentType="application/vnd.ms-office.drawingml.diagramDrawing+xml"/>
  <Override PartName="/ppt/theme/themeOverride3.xml" ContentType="application/vnd.openxmlformats-officedocument.themeOverride+xml"/>
  <Override PartName="/ppt/diagrams/data32.xml" ContentType="application/vnd.openxmlformats-officedocument.drawingml.diagramData+xml"/>
  <Override PartName="/ppt/diagrams/layout32.xml" ContentType="application/vnd.openxmlformats-officedocument.drawingml.diagramLayout+xml"/>
  <Override PartName="/ppt/diagrams/quickStyle32.xml" ContentType="application/vnd.openxmlformats-officedocument.drawingml.diagramStyle+xml"/>
  <Override PartName="/ppt/diagrams/colors32.xml" ContentType="application/vnd.openxmlformats-officedocument.drawingml.diagramColors+xml"/>
  <Override PartName="/ppt/diagrams/drawing32.xml" ContentType="application/vnd.ms-office.drawingml.diagramDrawing+xml"/>
  <Override PartName="/ppt/diagrams/data33.xml" ContentType="application/vnd.openxmlformats-officedocument.drawingml.diagramData+xml"/>
  <Override PartName="/ppt/diagrams/layout33.xml" ContentType="application/vnd.openxmlformats-officedocument.drawingml.diagramLayout+xml"/>
  <Override PartName="/ppt/diagrams/quickStyle33.xml" ContentType="application/vnd.openxmlformats-officedocument.drawingml.diagramStyle+xml"/>
  <Override PartName="/ppt/diagrams/colors33.xml" ContentType="application/vnd.openxmlformats-officedocument.drawingml.diagramColors+xml"/>
  <Override PartName="/ppt/diagrams/drawing33.xml" ContentType="application/vnd.ms-office.drawingml.diagramDrawing+xml"/>
  <Override PartName="/ppt/diagrams/data34.xml" ContentType="application/vnd.openxmlformats-officedocument.drawingml.diagramData+xml"/>
  <Override PartName="/ppt/diagrams/layout34.xml" ContentType="application/vnd.openxmlformats-officedocument.drawingml.diagramLayout+xml"/>
  <Override PartName="/ppt/diagrams/quickStyle34.xml" ContentType="application/vnd.openxmlformats-officedocument.drawingml.diagramStyle+xml"/>
  <Override PartName="/ppt/diagrams/colors34.xml" ContentType="application/vnd.openxmlformats-officedocument.drawingml.diagramColors+xml"/>
  <Override PartName="/ppt/diagrams/drawing34.xml" ContentType="application/vnd.ms-office.drawingml.diagramDrawing+xml"/>
  <Override PartName="/ppt/diagrams/data35.xml" ContentType="application/vnd.openxmlformats-officedocument.drawingml.diagramData+xml"/>
  <Override PartName="/ppt/diagrams/layout35.xml" ContentType="application/vnd.openxmlformats-officedocument.drawingml.diagramLayout+xml"/>
  <Override PartName="/ppt/diagrams/quickStyle35.xml" ContentType="application/vnd.openxmlformats-officedocument.drawingml.diagramStyle+xml"/>
  <Override PartName="/ppt/diagrams/colors35.xml" ContentType="application/vnd.openxmlformats-officedocument.drawingml.diagramColors+xml"/>
  <Override PartName="/ppt/diagrams/drawing35.xml" ContentType="application/vnd.ms-office.drawingml.diagramDrawing+xml"/>
  <Override PartName="/ppt/diagrams/data36.xml" ContentType="application/vnd.openxmlformats-officedocument.drawingml.diagramData+xml"/>
  <Override PartName="/ppt/diagrams/layout36.xml" ContentType="application/vnd.openxmlformats-officedocument.drawingml.diagramLayout+xml"/>
  <Override PartName="/ppt/diagrams/quickStyle36.xml" ContentType="application/vnd.openxmlformats-officedocument.drawingml.diagramStyle+xml"/>
  <Override PartName="/ppt/diagrams/colors36.xml" ContentType="application/vnd.openxmlformats-officedocument.drawingml.diagramColors+xml"/>
  <Override PartName="/ppt/diagrams/drawing36.xml" ContentType="application/vnd.ms-office.drawingml.diagramDrawing+xml"/>
  <Override PartName="/ppt/diagrams/data37.xml" ContentType="application/vnd.openxmlformats-officedocument.drawingml.diagramData+xml"/>
  <Override PartName="/ppt/diagrams/layout37.xml" ContentType="application/vnd.openxmlformats-officedocument.drawingml.diagramLayout+xml"/>
  <Override PartName="/ppt/diagrams/quickStyle37.xml" ContentType="application/vnd.openxmlformats-officedocument.drawingml.diagramStyle+xml"/>
  <Override PartName="/ppt/diagrams/colors37.xml" ContentType="application/vnd.openxmlformats-officedocument.drawingml.diagramColors+xml"/>
  <Override PartName="/ppt/diagrams/drawing37.xml" ContentType="application/vnd.ms-office.drawingml.diagramDrawing+xml"/>
  <Override PartName="/ppt/notesSlides/notesSlide12.xml" ContentType="application/vnd.openxmlformats-officedocument.presentationml.notesSlide+xml"/>
  <Override PartName="/ppt/diagrams/data38.xml" ContentType="application/vnd.openxmlformats-officedocument.drawingml.diagramData+xml"/>
  <Override PartName="/ppt/diagrams/layout38.xml" ContentType="application/vnd.openxmlformats-officedocument.drawingml.diagramLayout+xml"/>
  <Override PartName="/ppt/diagrams/quickStyle38.xml" ContentType="application/vnd.openxmlformats-officedocument.drawingml.diagramStyle+xml"/>
  <Override PartName="/ppt/diagrams/colors38.xml" ContentType="application/vnd.openxmlformats-officedocument.drawingml.diagramColors+xml"/>
  <Override PartName="/ppt/diagrams/drawing38.xml" ContentType="application/vnd.ms-office.drawingml.diagramDrawing+xml"/>
  <Override PartName="/ppt/diagrams/data39.xml" ContentType="application/vnd.openxmlformats-officedocument.drawingml.diagramData+xml"/>
  <Override PartName="/ppt/diagrams/layout39.xml" ContentType="application/vnd.openxmlformats-officedocument.drawingml.diagramLayout+xml"/>
  <Override PartName="/ppt/diagrams/quickStyle39.xml" ContentType="application/vnd.openxmlformats-officedocument.drawingml.diagramStyle+xml"/>
  <Override PartName="/ppt/diagrams/colors39.xml" ContentType="application/vnd.openxmlformats-officedocument.drawingml.diagramColors+xml"/>
  <Override PartName="/ppt/diagrams/drawing39.xml" ContentType="application/vnd.ms-office.drawingml.diagramDrawing+xml"/>
  <Override PartName="/ppt/diagrams/data40.xml" ContentType="application/vnd.openxmlformats-officedocument.drawingml.diagramData+xml"/>
  <Override PartName="/ppt/diagrams/layout40.xml" ContentType="application/vnd.openxmlformats-officedocument.drawingml.diagramLayout+xml"/>
  <Override PartName="/ppt/diagrams/quickStyle40.xml" ContentType="application/vnd.openxmlformats-officedocument.drawingml.diagramStyle+xml"/>
  <Override PartName="/ppt/diagrams/colors40.xml" ContentType="application/vnd.openxmlformats-officedocument.drawingml.diagramColors+xml"/>
  <Override PartName="/ppt/diagrams/drawing40.xml" ContentType="application/vnd.ms-office.drawingml.diagramDrawing+xml"/>
  <Override PartName="/ppt/diagrams/data41.xml" ContentType="application/vnd.openxmlformats-officedocument.drawingml.diagramData+xml"/>
  <Override PartName="/ppt/diagrams/layout41.xml" ContentType="application/vnd.openxmlformats-officedocument.drawingml.diagramLayout+xml"/>
  <Override PartName="/ppt/diagrams/quickStyle41.xml" ContentType="application/vnd.openxmlformats-officedocument.drawingml.diagramStyle+xml"/>
  <Override PartName="/ppt/diagrams/colors41.xml" ContentType="application/vnd.openxmlformats-officedocument.drawingml.diagramColors+xml"/>
  <Override PartName="/ppt/diagrams/drawing41.xml" ContentType="application/vnd.ms-office.drawingml.diagramDrawing+xml"/>
  <Override PartName="/ppt/diagrams/data42.xml" ContentType="application/vnd.openxmlformats-officedocument.drawingml.diagramData+xml"/>
  <Override PartName="/ppt/diagrams/layout42.xml" ContentType="application/vnd.openxmlformats-officedocument.drawingml.diagramLayout+xml"/>
  <Override PartName="/ppt/diagrams/quickStyle42.xml" ContentType="application/vnd.openxmlformats-officedocument.drawingml.diagramStyle+xml"/>
  <Override PartName="/ppt/diagrams/colors42.xml" ContentType="application/vnd.openxmlformats-officedocument.drawingml.diagramColors+xml"/>
  <Override PartName="/ppt/diagrams/drawing42.xml" ContentType="application/vnd.ms-office.drawingml.diagramDrawing+xml"/>
  <Override PartName="/ppt/diagrams/data43.xml" ContentType="application/vnd.openxmlformats-officedocument.drawingml.diagramData+xml"/>
  <Override PartName="/ppt/diagrams/layout43.xml" ContentType="application/vnd.openxmlformats-officedocument.drawingml.diagramLayout+xml"/>
  <Override PartName="/ppt/diagrams/quickStyle43.xml" ContentType="application/vnd.openxmlformats-officedocument.drawingml.diagramStyle+xml"/>
  <Override PartName="/ppt/diagrams/colors43.xml" ContentType="application/vnd.openxmlformats-officedocument.drawingml.diagramColors+xml"/>
  <Override PartName="/ppt/diagrams/drawing43.xml" ContentType="application/vnd.ms-office.drawingml.diagramDrawing+xml"/>
  <Override PartName="/ppt/diagrams/data44.xml" ContentType="application/vnd.openxmlformats-officedocument.drawingml.diagramData+xml"/>
  <Override PartName="/ppt/diagrams/layout44.xml" ContentType="application/vnd.openxmlformats-officedocument.drawingml.diagramLayout+xml"/>
  <Override PartName="/ppt/diagrams/quickStyle44.xml" ContentType="application/vnd.openxmlformats-officedocument.drawingml.diagramStyle+xml"/>
  <Override PartName="/ppt/diagrams/colors44.xml" ContentType="application/vnd.openxmlformats-officedocument.drawingml.diagramColors+xml"/>
  <Override PartName="/ppt/diagrams/drawing44.xml" ContentType="application/vnd.ms-office.drawingml.diagramDrawing+xml"/>
  <Override PartName="/ppt/diagrams/data45.xml" ContentType="application/vnd.openxmlformats-officedocument.drawingml.diagramData+xml"/>
  <Override PartName="/ppt/diagrams/layout45.xml" ContentType="application/vnd.openxmlformats-officedocument.drawingml.diagramLayout+xml"/>
  <Override PartName="/ppt/diagrams/quickStyle45.xml" ContentType="application/vnd.openxmlformats-officedocument.drawingml.diagramStyle+xml"/>
  <Override PartName="/ppt/diagrams/colors45.xml" ContentType="application/vnd.openxmlformats-officedocument.drawingml.diagramColors+xml"/>
  <Override PartName="/ppt/diagrams/drawing45.xml" ContentType="application/vnd.ms-office.drawingml.diagramDrawing+xml"/>
  <Override PartName="/ppt/diagrams/data46.xml" ContentType="application/vnd.openxmlformats-officedocument.drawingml.diagramData+xml"/>
  <Override PartName="/ppt/diagrams/layout46.xml" ContentType="application/vnd.openxmlformats-officedocument.drawingml.diagramLayout+xml"/>
  <Override PartName="/ppt/diagrams/quickStyle46.xml" ContentType="application/vnd.openxmlformats-officedocument.drawingml.diagramStyle+xml"/>
  <Override PartName="/ppt/diagrams/colors46.xml" ContentType="application/vnd.openxmlformats-officedocument.drawingml.diagramColors+xml"/>
  <Override PartName="/ppt/diagrams/drawing46.xml" ContentType="application/vnd.ms-office.drawingml.diagramDrawing+xml"/>
  <Override PartName="/ppt/diagrams/data47.xml" ContentType="application/vnd.openxmlformats-officedocument.drawingml.diagramData+xml"/>
  <Override PartName="/ppt/diagrams/layout47.xml" ContentType="application/vnd.openxmlformats-officedocument.drawingml.diagramLayout+xml"/>
  <Override PartName="/ppt/diagrams/quickStyle47.xml" ContentType="application/vnd.openxmlformats-officedocument.drawingml.diagramStyle+xml"/>
  <Override PartName="/ppt/diagrams/colors47.xml" ContentType="application/vnd.openxmlformats-officedocument.drawingml.diagramColors+xml"/>
  <Override PartName="/ppt/diagrams/drawing47.xml" ContentType="application/vnd.ms-office.drawingml.diagramDrawing+xml"/>
  <Override PartName="/ppt/notesSlides/notesSlide13.xml" ContentType="application/vnd.openxmlformats-officedocument.presentationml.notesSlide+xml"/>
  <Override PartName="/ppt/diagrams/data48.xml" ContentType="application/vnd.openxmlformats-officedocument.drawingml.diagramData+xml"/>
  <Override PartName="/ppt/diagrams/layout48.xml" ContentType="application/vnd.openxmlformats-officedocument.drawingml.diagramLayout+xml"/>
  <Override PartName="/ppt/diagrams/quickStyle48.xml" ContentType="application/vnd.openxmlformats-officedocument.drawingml.diagramStyle+xml"/>
  <Override PartName="/ppt/diagrams/colors48.xml" ContentType="application/vnd.openxmlformats-officedocument.drawingml.diagramColors+xml"/>
  <Override PartName="/ppt/diagrams/drawing48.xml" ContentType="application/vnd.ms-office.drawingml.diagramDrawing+xml"/>
  <Override PartName="/ppt/notesSlides/notesSlide14.xml" ContentType="application/vnd.openxmlformats-officedocument.presentationml.notesSlide+xml"/>
  <Override PartName="/ppt/diagrams/data49.xml" ContentType="application/vnd.openxmlformats-officedocument.drawingml.diagramData+xml"/>
  <Override PartName="/ppt/diagrams/layout49.xml" ContentType="application/vnd.openxmlformats-officedocument.drawingml.diagramLayout+xml"/>
  <Override PartName="/ppt/diagrams/quickStyle49.xml" ContentType="application/vnd.openxmlformats-officedocument.drawingml.diagramStyle+xml"/>
  <Override PartName="/ppt/diagrams/colors49.xml" ContentType="application/vnd.openxmlformats-officedocument.drawingml.diagramColors+xml"/>
  <Override PartName="/ppt/diagrams/drawing49.xml" ContentType="application/vnd.ms-office.drawingml.diagramDrawing+xml"/>
  <Override PartName="/ppt/diagrams/data50.xml" ContentType="application/vnd.openxmlformats-officedocument.drawingml.diagramData+xml"/>
  <Override PartName="/ppt/diagrams/layout50.xml" ContentType="application/vnd.openxmlformats-officedocument.drawingml.diagramLayout+xml"/>
  <Override PartName="/ppt/diagrams/quickStyle50.xml" ContentType="application/vnd.openxmlformats-officedocument.drawingml.diagramStyle+xml"/>
  <Override PartName="/ppt/diagrams/colors50.xml" ContentType="application/vnd.openxmlformats-officedocument.drawingml.diagramColors+xml"/>
  <Override PartName="/ppt/diagrams/drawing50.xml" ContentType="application/vnd.ms-office.drawingml.diagramDrawing+xml"/>
  <Override PartName="/ppt/diagrams/data51.xml" ContentType="application/vnd.openxmlformats-officedocument.drawingml.diagramData+xml"/>
  <Override PartName="/ppt/diagrams/layout51.xml" ContentType="application/vnd.openxmlformats-officedocument.drawingml.diagramLayout+xml"/>
  <Override PartName="/ppt/diagrams/quickStyle51.xml" ContentType="application/vnd.openxmlformats-officedocument.drawingml.diagramStyle+xml"/>
  <Override PartName="/ppt/diagrams/colors51.xml" ContentType="application/vnd.openxmlformats-officedocument.drawingml.diagramColors+xml"/>
  <Override PartName="/ppt/diagrams/drawing51.xml" ContentType="application/vnd.ms-office.drawingml.diagramDrawing+xml"/>
  <Override PartName="/ppt/theme/themeOverride4.xml" ContentType="application/vnd.openxmlformats-officedocument.themeOverride+xml"/>
  <Override PartName="/ppt/notesSlides/notesSlide15.xml" ContentType="application/vnd.openxmlformats-officedocument.presentationml.notesSlide+xml"/>
  <Override PartName="/ppt/diagrams/data52.xml" ContentType="application/vnd.openxmlformats-officedocument.drawingml.diagramData+xml"/>
  <Override PartName="/ppt/diagrams/layout52.xml" ContentType="application/vnd.openxmlformats-officedocument.drawingml.diagramLayout+xml"/>
  <Override PartName="/ppt/diagrams/quickStyle52.xml" ContentType="application/vnd.openxmlformats-officedocument.drawingml.diagramStyle+xml"/>
  <Override PartName="/ppt/diagrams/colors52.xml" ContentType="application/vnd.openxmlformats-officedocument.drawingml.diagramColors+xml"/>
  <Override PartName="/ppt/diagrams/drawing52.xml" ContentType="application/vnd.ms-office.drawingml.diagramDrawing+xml"/>
  <Override PartName="/ppt/notesSlides/notesSlide16.xml" ContentType="application/vnd.openxmlformats-officedocument.presentationml.notesSlide+xml"/>
  <Override PartName="/ppt/diagrams/data53.xml" ContentType="application/vnd.openxmlformats-officedocument.drawingml.diagramData+xml"/>
  <Override PartName="/ppt/diagrams/layout53.xml" ContentType="application/vnd.openxmlformats-officedocument.drawingml.diagramLayout+xml"/>
  <Override PartName="/ppt/diagrams/quickStyle53.xml" ContentType="application/vnd.openxmlformats-officedocument.drawingml.diagramStyle+xml"/>
  <Override PartName="/ppt/diagrams/colors53.xml" ContentType="application/vnd.openxmlformats-officedocument.drawingml.diagramColors+xml"/>
  <Override PartName="/ppt/diagrams/drawing53.xml" ContentType="application/vnd.ms-office.drawingml.diagramDrawing+xml"/>
  <Override PartName="/ppt/theme/themeOverride5.xml" ContentType="application/vnd.openxmlformats-officedocument.themeOverride+xml"/>
  <Override PartName="/ppt/diagrams/data54.xml" ContentType="application/vnd.openxmlformats-officedocument.drawingml.diagramData+xml"/>
  <Override PartName="/ppt/diagrams/layout54.xml" ContentType="application/vnd.openxmlformats-officedocument.drawingml.diagramLayout+xml"/>
  <Override PartName="/ppt/diagrams/quickStyle54.xml" ContentType="application/vnd.openxmlformats-officedocument.drawingml.diagramStyle+xml"/>
  <Override PartName="/ppt/diagrams/colors54.xml" ContentType="application/vnd.openxmlformats-officedocument.drawingml.diagramColors+xml"/>
  <Override PartName="/ppt/diagrams/drawing54.xml" ContentType="application/vnd.ms-office.drawingml.diagramDrawing+xml"/>
  <Override PartName="/ppt/diagrams/data55.xml" ContentType="application/vnd.openxmlformats-officedocument.drawingml.diagramData+xml"/>
  <Override PartName="/ppt/diagrams/layout55.xml" ContentType="application/vnd.openxmlformats-officedocument.drawingml.diagramLayout+xml"/>
  <Override PartName="/ppt/diagrams/quickStyle55.xml" ContentType="application/vnd.openxmlformats-officedocument.drawingml.diagramStyle+xml"/>
  <Override PartName="/ppt/diagrams/colors55.xml" ContentType="application/vnd.openxmlformats-officedocument.drawingml.diagramColors+xml"/>
  <Override PartName="/ppt/diagrams/drawing55.xml" ContentType="application/vnd.ms-office.drawingml.diagramDrawing+xml"/>
  <Override PartName="/ppt/notesSlides/notesSlide17.xml" ContentType="application/vnd.openxmlformats-officedocument.presentationml.notesSlide+xml"/>
  <Override PartName="/ppt/diagrams/data56.xml" ContentType="application/vnd.openxmlformats-officedocument.drawingml.diagramData+xml"/>
  <Override PartName="/ppt/diagrams/layout56.xml" ContentType="application/vnd.openxmlformats-officedocument.drawingml.diagramLayout+xml"/>
  <Override PartName="/ppt/diagrams/quickStyle56.xml" ContentType="application/vnd.openxmlformats-officedocument.drawingml.diagramStyle+xml"/>
  <Override PartName="/ppt/diagrams/colors56.xml" ContentType="application/vnd.openxmlformats-officedocument.drawingml.diagramColors+xml"/>
  <Override PartName="/ppt/diagrams/drawing56.xml" ContentType="application/vnd.ms-office.drawingml.diagramDrawing+xml"/>
  <Override PartName="/ppt/theme/themeOverride6.xml" ContentType="application/vnd.openxmlformats-officedocument.themeOverride+xml"/>
  <Override PartName="/ppt/diagrams/data57.xml" ContentType="application/vnd.openxmlformats-officedocument.drawingml.diagramData+xml"/>
  <Override PartName="/ppt/diagrams/layout57.xml" ContentType="application/vnd.openxmlformats-officedocument.drawingml.diagramLayout+xml"/>
  <Override PartName="/ppt/diagrams/quickStyle57.xml" ContentType="application/vnd.openxmlformats-officedocument.drawingml.diagramStyle+xml"/>
  <Override PartName="/ppt/diagrams/colors57.xml" ContentType="application/vnd.openxmlformats-officedocument.drawingml.diagramColors+xml"/>
  <Override PartName="/ppt/diagrams/drawing57.xml" ContentType="application/vnd.ms-office.drawingml.diagramDrawing+xml"/>
  <Override PartName="/ppt/notesSlides/notesSlide18.xml" ContentType="application/vnd.openxmlformats-officedocument.presentationml.notesSlide+xml"/>
  <Override PartName="/ppt/diagrams/data58.xml" ContentType="application/vnd.openxmlformats-officedocument.drawingml.diagramData+xml"/>
  <Override PartName="/ppt/diagrams/layout58.xml" ContentType="application/vnd.openxmlformats-officedocument.drawingml.diagramLayout+xml"/>
  <Override PartName="/ppt/diagrams/quickStyle58.xml" ContentType="application/vnd.openxmlformats-officedocument.drawingml.diagramStyle+xml"/>
  <Override PartName="/ppt/diagrams/colors58.xml" ContentType="application/vnd.openxmlformats-officedocument.drawingml.diagramColors+xml"/>
  <Override PartName="/ppt/diagrams/drawing58.xml" ContentType="application/vnd.ms-office.drawingml.diagramDrawing+xml"/>
  <Override PartName="/ppt/notesSlides/notesSlide19.xml" ContentType="application/vnd.openxmlformats-officedocument.presentationml.notesSlide+xml"/>
  <Override PartName="/ppt/diagrams/data59.xml" ContentType="application/vnd.openxmlformats-officedocument.drawingml.diagramData+xml"/>
  <Override PartName="/ppt/diagrams/layout59.xml" ContentType="application/vnd.openxmlformats-officedocument.drawingml.diagramLayout+xml"/>
  <Override PartName="/ppt/diagrams/quickStyle59.xml" ContentType="application/vnd.openxmlformats-officedocument.drawingml.diagramStyle+xml"/>
  <Override PartName="/ppt/diagrams/colors59.xml" ContentType="application/vnd.openxmlformats-officedocument.drawingml.diagramColors+xml"/>
  <Override PartName="/ppt/diagrams/drawing59.xml" ContentType="application/vnd.ms-office.drawingml.diagramDrawing+xml"/>
  <Override PartName="/ppt/notesSlides/notesSlide20.xml" ContentType="application/vnd.openxmlformats-officedocument.presentationml.notesSlide+xml"/>
  <Override PartName="/ppt/diagrams/data60.xml" ContentType="application/vnd.openxmlformats-officedocument.drawingml.diagramData+xml"/>
  <Override PartName="/ppt/diagrams/layout60.xml" ContentType="application/vnd.openxmlformats-officedocument.drawingml.diagramLayout+xml"/>
  <Override PartName="/ppt/diagrams/quickStyle60.xml" ContentType="application/vnd.openxmlformats-officedocument.drawingml.diagramStyle+xml"/>
  <Override PartName="/ppt/diagrams/colors60.xml" ContentType="application/vnd.openxmlformats-officedocument.drawingml.diagramColors+xml"/>
  <Override PartName="/ppt/diagrams/drawing60.xml" ContentType="application/vnd.ms-office.drawingml.diagramDrawing+xml"/>
  <Override PartName="/ppt/diagrams/data61.xml" ContentType="application/vnd.openxmlformats-officedocument.drawingml.diagramData+xml"/>
  <Override PartName="/ppt/diagrams/layout61.xml" ContentType="application/vnd.openxmlformats-officedocument.drawingml.diagramLayout+xml"/>
  <Override PartName="/ppt/diagrams/quickStyle61.xml" ContentType="application/vnd.openxmlformats-officedocument.drawingml.diagramStyle+xml"/>
  <Override PartName="/ppt/diagrams/colors61.xml" ContentType="application/vnd.openxmlformats-officedocument.drawingml.diagramColors+xml"/>
  <Override PartName="/ppt/diagrams/drawing61.xml" ContentType="application/vnd.ms-office.drawingml.diagramDrawing+xml"/>
  <Override PartName="/ppt/diagrams/data62.xml" ContentType="application/vnd.openxmlformats-officedocument.drawingml.diagramData+xml"/>
  <Override PartName="/ppt/diagrams/layout62.xml" ContentType="application/vnd.openxmlformats-officedocument.drawingml.diagramLayout+xml"/>
  <Override PartName="/ppt/diagrams/quickStyle62.xml" ContentType="application/vnd.openxmlformats-officedocument.drawingml.diagramStyle+xml"/>
  <Override PartName="/ppt/diagrams/colors62.xml" ContentType="application/vnd.openxmlformats-officedocument.drawingml.diagramColors+xml"/>
  <Override PartName="/ppt/diagrams/drawing62.xml" ContentType="application/vnd.ms-office.drawingml.diagramDrawing+xml"/>
  <Override PartName="/ppt/diagrams/data63.xml" ContentType="application/vnd.openxmlformats-officedocument.drawingml.diagramData+xml"/>
  <Override PartName="/ppt/diagrams/layout63.xml" ContentType="application/vnd.openxmlformats-officedocument.drawingml.diagramLayout+xml"/>
  <Override PartName="/ppt/diagrams/quickStyle63.xml" ContentType="application/vnd.openxmlformats-officedocument.drawingml.diagramStyle+xml"/>
  <Override PartName="/ppt/diagrams/colors63.xml" ContentType="application/vnd.openxmlformats-officedocument.drawingml.diagramColors+xml"/>
  <Override PartName="/ppt/diagrams/drawing63.xml" ContentType="application/vnd.ms-office.drawingml.diagramDrawing+xml"/>
  <Override PartName="/ppt/diagrams/data64.xml" ContentType="application/vnd.openxmlformats-officedocument.drawingml.diagramData+xml"/>
  <Override PartName="/ppt/diagrams/layout64.xml" ContentType="application/vnd.openxmlformats-officedocument.drawingml.diagramLayout+xml"/>
  <Override PartName="/ppt/diagrams/quickStyle64.xml" ContentType="application/vnd.openxmlformats-officedocument.drawingml.diagramStyle+xml"/>
  <Override PartName="/ppt/diagrams/colors64.xml" ContentType="application/vnd.openxmlformats-officedocument.drawingml.diagramColors+xml"/>
  <Override PartName="/ppt/diagrams/drawing64.xml" ContentType="application/vnd.ms-office.drawingml.diagramDrawing+xml"/>
  <Override PartName="/ppt/diagrams/data65.xml" ContentType="application/vnd.openxmlformats-officedocument.drawingml.diagramData+xml"/>
  <Override PartName="/ppt/diagrams/layout65.xml" ContentType="application/vnd.openxmlformats-officedocument.drawingml.diagramLayout+xml"/>
  <Override PartName="/ppt/diagrams/quickStyle65.xml" ContentType="application/vnd.openxmlformats-officedocument.drawingml.diagramStyle+xml"/>
  <Override PartName="/ppt/diagrams/colors65.xml" ContentType="application/vnd.openxmlformats-officedocument.drawingml.diagramColors+xml"/>
  <Override PartName="/ppt/diagrams/drawing65.xml" ContentType="application/vnd.ms-office.drawingml.diagramDrawing+xml"/>
  <Override PartName="/ppt/diagrams/data66.xml" ContentType="application/vnd.openxmlformats-officedocument.drawingml.diagramData+xml"/>
  <Override PartName="/ppt/diagrams/layout66.xml" ContentType="application/vnd.openxmlformats-officedocument.drawingml.diagramLayout+xml"/>
  <Override PartName="/ppt/diagrams/quickStyle66.xml" ContentType="application/vnd.openxmlformats-officedocument.drawingml.diagramStyle+xml"/>
  <Override PartName="/ppt/diagrams/colors66.xml" ContentType="application/vnd.openxmlformats-officedocument.drawingml.diagramColors+xml"/>
  <Override PartName="/ppt/diagrams/drawing66.xml" ContentType="application/vnd.ms-office.drawingml.diagramDrawing+xml"/>
  <Override PartName="/ppt/diagrams/data67.xml" ContentType="application/vnd.openxmlformats-officedocument.drawingml.diagramData+xml"/>
  <Override PartName="/ppt/diagrams/layout67.xml" ContentType="application/vnd.openxmlformats-officedocument.drawingml.diagramLayout+xml"/>
  <Override PartName="/ppt/diagrams/quickStyle67.xml" ContentType="application/vnd.openxmlformats-officedocument.drawingml.diagramStyle+xml"/>
  <Override PartName="/ppt/diagrams/colors67.xml" ContentType="application/vnd.openxmlformats-officedocument.drawingml.diagramColors+xml"/>
  <Override PartName="/ppt/diagrams/drawing67.xml" ContentType="application/vnd.ms-office.drawingml.diagramDrawing+xml"/>
  <Override PartName="/ppt/diagrams/data68.xml" ContentType="application/vnd.openxmlformats-officedocument.drawingml.diagramData+xml"/>
  <Override PartName="/ppt/diagrams/layout68.xml" ContentType="application/vnd.openxmlformats-officedocument.drawingml.diagramLayout+xml"/>
  <Override PartName="/ppt/diagrams/quickStyle68.xml" ContentType="application/vnd.openxmlformats-officedocument.drawingml.diagramStyle+xml"/>
  <Override PartName="/ppt/diagrams/colors68.xml" ContentType="application/vnd.openxmlformats-officedocument.drawingml.diagramColors+xml"/>
  <Override PartName="/ppt/diagrams/drawing68.xml" ContentType="application/vnd.ms-office.drawingml.diagramDrawing+xml"/>
  <Override PartName="/ppt/diagrams/data69.xml" ContentType="application/vnd.openxmlformats-officedocument.drawingml.diagramData+xml"/>
  <Override PartName="/ppt/diagrams/layout69.xml" ContentType="application/vnd.openxmlformats-officedocument.drawingml.diagramLayout+xml"/>
  <Override PartName="/ppt/diagrams/quickStyle69.xml" ContentType="application/vnd.openxmlformats-officedocument.drawingml.diagramStyle+xml"/>
  <Override PartName="/ppt/diagrams/colors69.xml" ContentType="application/vnd.openxmlformats-officedocument.drawingml.diagramColors+xml"/>
  <Override PartName="/ppt/diagrams/drawing69.xml" ContentType="application/vnd.ms-office.drawingml.diagramDrawing+xml"/>
  <Override PartName="/ppt/diagrams/data70.xml" ContentType="application/vnd.openxmlformats-officedocument.drawingml.diagramData+xml"/>
  <Override PartName="/ppt/diagrams/layout70.xml" ContentType="application/vnd.openxmlformats-officedocument.drawingml.diagramLayout+xml"/>
  <Override PartName="/ppt/diagrams/quickStyle70.xml" ContentType="application/vnd.openxmlformats-officedocument.drawingml.diagramStyle+xml"/>
  <Override PartName="/ppt/diagrams/colors70.xml" ContentType="application/vnd.openxmlformats-officedocument.drawingml.diagramColors+xml"/>
  <Override PartName="/ppt/diagrams/drawing70.xml" ContentType="application/vnd.ms-office.drawingml.diagramDrawing+xml"/>
  <Override PartName="/ppt/diagrams/data71.xml" ContentType="application/vnd.openxmlformats-officedocument.drawingml.diagramData+xml"/>
  <Override PartName="/ppt/diagrams/layout71.xml" ContentType="application/vnd.openxmlformats-officedocument.drawingml.diagramLayout+xml"/>
  <Override PartName="/ppt/diagrams/quickStyle71.xml" ContentType="application/vnd.openxmlformats-officedocument.drawingml.diagramStyle+xml"/>
  <Override PartName="/ppt/diagrams/colors71.xml" ContentType="application/vnd.openxmlformats-officedocument.drawingml.diagramColors+xml"/>
  <Override PartName="/ppt/diagrams/drawing71.xml" ContentType="application/vnd.ms-office.drawingml.diagramDrawing+xml"/>
  <Override PartName="/ppt/diagrams/data72.xml" ContentType="application/vnd.openxmlformats-officedocument.drawingml.diagramData+xml"/>
  <Override PartName="/ppt/diagrams/layout72.xml" ContentType="application/vnd.openxmlformats-officedocument.drawingml.diagramLayout+xml"/>
  <Override PartName="/ppt/diagrams/quickStyle72.xml" ContentType="application/vnd.openxmlformats-officedocument.drawingml.diagramStyle+xml"/>
  <Override PartName="/ppt/diagrams/colors72.xml" ContentType="application/vnd.openxmlformats-officedocument.drawingml.diagramColors+xml"/>
  <Override PartName="/ppt/diagrams/drawing72.xml" ContentType="application/vnd.ms-office.drawingml.diagramDrawing+xml"/>
  <Override PartName="/ppt/notesSlides/notesSlide21.xml" ContentType="application/vnd.openxmlformats-officedocument.presentationml.notesSlide+xml"/>
  <Override PartName="/ppt/diagrams/data73.xml" ContentType="application/vnd.openxmlformats-officedocument.drawingml.diagramData+xml"/>
  <Override PartName="/ppt/diagrams/layout73.xml" ContentType="application/vnd.openxmlformats-officedocument.drawingml.diagramLayout+xml"/>
  <Override PartName="/ppt/diagrams/quickStyle73.xml" ContentType="application/vnd.openxmlformats-officedocument.drawingml.diagramStyle+xml"/>
  <Override PartName="/ppt/diagrams/colors73.xml" ContentType="application/vnd.openxmlformats-officedocument.drawingml.diagramColors+xml"/>
  <Override PartName="/ppt/diagrams/drawing73.xml" ContentType="application/vnd.ms-office.drawingml.diagramDrawing+xml"/>
  <Override PartName="/ppt/diagrams/data74.xml" ContentType="application/vnd.openxmlformats-officedocument.drawingml.diagramData+xml"/>
  <Override PartName="/ppt/diagrams/layout74.xml" ContentType="application/vnd.openxmlformats-officedocument.drawingml.diagramLayout+xml"/>
  <Override PartName="/ppt/diagrams/quickStyle74.xml" ContentType="application/vnd.openxmlformats-officedocument.drawingml.diagramStyle+xml"/>
  <Override PartName="/ppt/diagrams/colors74.xml" ContentType="application/vnd.openxmlformats-officedocument.drawingml.diagramColors+xml"/>
  <Override PartName="/ppt/diagrams/drawing74.xml" ContentType="application/vnd.ms-office.drawingml.diagramDrawing+xml"/>
  <Override PartName="/ppt/diagrams/data75.xml" ContentType="application/vnd.openxmlformats-officedocument.drawingml.diagramData+xml"/>
  <Override PartName="/ppt/diagrams/layout75.xml" ContentType="application/vnd.openxmlformats-officedocument.drawingml.diagramLayout+xml"/>
  <Override PartName="/ppt/diagrams/quickStyle75.xml" ContentType="application/vnd.openxmlformats-officedocument.drawingml.diagramStyle+xml"/>
  <Override PartName="/ppt/diagrams/colors75.xml" ContentType="application/vnd.openxmlformats-officedocument.drawingml.diagramColors+xml"/>
  <Override PartName="/ppt/diagrams/drawing75.xml" ContentType="application/vnd.ms-office.drawingml.diagramDrawing+xml"/>
  <Override PartName="/ppt/diagrams/data76.xml" ContentType="application/vnd.openxmlformats-officedocument.drawingml.diagramData+xml"/>
  <Override PartName="/ppt/diagrams/layout76.xml" ContentType="application/vnd.openxmlformats-officedocument.drawingml.diagramLayout+xml"/>
  <Override PartName="/ppt/diagrams/quickStyle76.xml" ContentType="application/vnd.openxmlformats-officedocument.drawingml.diagramStyle+xml"/>
  <Override PartName="/ppt/diagrams/colors76.xml" ContentType="application/vnd.openxmlformats-officedocument.drawingml.diagramColors+xml"/>
  <Override PartName="/ppt/diagrams/drawing76.xml" ContentType="application/vnd.ms-office.drawingml.diagramDrawing+xml"/>
  <Override PartName="/ppt/diagrams/data77.xml" ContentType="application/vnd.openxmlformats-officedocument.drawingml.diagramData+xml"/>
  <Override PartName="/ppt/diagrams/layout77.xml" ContentType="application/vnd.openxmlformats-officedocument.drawingml.diagramLayout+xml"/>
  <Override PartName="/ppt/diagrams/quickStyle77.xml" ContentType="application/vnd.openxmlformats-officedocument.drawingml.diagramStyle+xml"/>
  <Override PartName="/ppt/diagrams/colors77.xml" ContentType="application/vnd.openxmlformats-officedocument.drawingml.diagramColors+xml"/>
  <Override PartName="/ppt/diagrams/drawing77.xml" ContentType="application/vnd.ms-office.drawingml.diagramDrawing+xml"/>
  <Override PartName="/ppt/diagrams/data78.xml" ContentType="application/vnd.openxmlformats-officedocument.drawingml.diagramData+xml"/>
  <Override PartName="/ppt/diagrams/layout78.xml" ContentType="application/vnd.openxmlformats-officedocument.drawingml.diagramLayout+xml"/>
  <Override PartName="/ppt/diagrams/quickStyle78.xml" ContentType="application/vnd.openxmlformats-officedocument.drawingml.diagramStyle+xml"/>
  <Override PartName="/ppt/diagrams/colors78.xml" ContentType="application/vnd.openxmlformats-officedocument.drawingml.diagramColors+xml"/>
  <Override PartName="/ppt/diagrams/drawing78.xml" ContentType="application/vnd.ms-office.drawingml.diagramDrawing+xml"/>
  <Override PartName="/ppt/diagrams/data79.xml" ContentType="application/vnd.openxmlformats-officedocument.drawingml.diagramData+xml"/>
  <Override PartName="/ppt/diagrams/layout79.xml" ContentType="application/vnd.openxmlformats-officedocument.drawingml.diagramLayout+xml"/>
  <Override PartName="/ppt/diagrams/quickStyle79.xml" ContentType="application/vnd.openxmlformats-officedocument.drawingml.diagramStyle+xml"/>
  <Override PartName="/ppt/diagrams/colors79.xml" ContentType="application/vnd.openxmlformats-officedocument.drawingml.diagramColors+xml"/>
  <Override PartName="/ppt/diagrams/drawing79.xml" ContentType="application/vnd.ms-office.drawingml.diagramDrawing+xml"/>
  <Override PartName="/ppt/diagrams/data80.xml" ContentType="application/vnd.openxmlformats-officedocument.drawingml.diagramData+xml"/>
  <Override PartName="/ppt/diagrams/layout80.xml" ContentType="application/vnd.openxmlformats-officedocument.drawingml.diagramLayout+xml"/>
  <Override PartName="/ppt/diagrams/quickStyle80.xml" ContentType="application/vnd.openxmlformats-officedocument.drawingml.diagramStyle+xml"/>
  <Override PartName="/ppt/diagrams/colors80.xml" ContentType="application/vnd.openxmlformats-officedocument.drawingml.diagramColors+xml"/>
  <Override PartName="/ppt/diagrams/drawing80.xml" ContentType="application/vnd.ms-office.drawingml.diagramDrawing+xml"/>
  <Override PartName="/ppt/diagrams/data81.xml" ContentType="application/vnd.openxmlformats-officedocument.drawingml.diagramData+xml"/>
  <Override PartName="/ppt/diagrams/layout81.xml" ContentType="application/vnd.openxmlformats-officedocument.drawingml.diagramLayout+xml"/>
  <Override PartName="/ppt/diagrams/quickStyle81.xml" ContentType="application/vnd.openxmlformats-officedocument.drawingml.diagramStyle+xml"/>
  <Override PartName="/ppt/diagrams/colors81.xml" ContentType="application/vnd.openxmlformats-officedocument.drawingml.diagramColors+xml"/>
  <Override PartName="/ppt/diagrams/drawing81.xml" ContentType="application/vnd.ms-office.drawingml.diagramDrawing+xml"/>
  <Override PartName="/ppt/diagrams/data82.xml" ContentType="application/vnd.openxmlformats-officedocument.drawingml.diagramData+xml"/>
  <Override PartName="/ppt/diagrams/layout82.xml" ContentType="application/vnd.openxmlformats-officedocument.drawingml.diagramLayout+xml"/>
  <Override PartName="/ppt/diagrams/quickStyle82.xml" ContentType="application/vnd.openxmlformats-officedocument.drawingml.diagramStyle+xml"/>
  <Override PartName="/ppt/diagrams/colors82.xml" ContentType="application/vnd.openxmlformats-officedocument.drawingml.diagramColors+xml"/>
  <Override PartName="/ppt/diagrams/drawing82.xml" ContentType="application/vnd.ms-office.drawingml.diagramDrawing+xml"/>
  <Override PartName="/ppt/theme/themeOverride7.xml" ContentType="application/vnd.openxmlformats-officedocument.themeOverride+xml"/>
  <Override PartName="/ppt/notesSlides/notesSlide22.xml" ContentType="application/vnd.openxmlformats-officedocument.presentationml.notesSlide+xml"/>
  <Override PartName="/ppt/diagrams/data83.xml" ContentType="application/vnd.openxmlformats-officedocument.drawingml.diagramData+xml"/>
  <Override PartName="/ppt/diagrams/layout83.xml" ContentType="application/vnd.openxmlformats-officedocument.drawingml.diagramLayout+xml"/>
  <Override PartName="/ppt/diagrams/quickStyle83.xml" ContentType="application/vnd.openxmlformats-officedocument.drawingml.diagramStyle+xml"/>
  <Override PartName="/ppt/diagrams/colors83.xml" ContentType="application/vnd.openxmlformats-officedocument.drawingml.diagramColors+xml"/>
  <Override PartName="/ppt/diagrams/drawing83.xml" ContentType="application/vnd.ms-office.drawingml.diagramDrawing+xml"/>
  <Override PartName="/ppt/notesSlides/notesSlide23.xml" ContentType="application/vnd.openxmlformats-officedocument.presentationml.notesSlide+xml"/>
  <Override PartName="/ppt/diagrams/data84.xml" ContentType="application/vnd.openxmlformats-officedocument.drawingml.diagramData+xml"/>
  <Override PartName="/ppt/diagrams/layout84.xml" ContentType="application/vnd.openxmlformats-officedocument.drawingml.diagramLayout+xml"/>
  <Override PartName="/ppt/diagrams/quickStyle84.xml" ContentType="application/vnd.openxmlformats-officedocument.drawingml.diagramStyle+xml"/>
  <Override PartName="/ppt/diagrams/colors84.xml" ContentType="application/vnd.openxmlformats-officedocument.drawingml.diagramColors+xml"/>
  <Override PartName="/ppt/diagrams/drawing84.xml" ContentType="application/vnd.ms-office.drawingml.diagramDrawing+xml"/>
  <Override PartName="/ppt/diagrams/data85.xml" ContentType="application/vnd.openxmlformats-officedocument.drawingml.diagramData+xml"/>
  <Override PartName="/ppt/diagrams/layout85.xml" ContentType="application/vnd.openxmlformats-officedocument.drawingml.diagramLayout+xml"/>
  <Override PartName="/ppt/diagrams/quickStyle85.xml" ContentType="application/vnd.openxmlformats-officedocument.drawingml.diagramStyle+xml"/>
  <Override PartName="/ppt/diagrams/colors85.xml" ContentType="application/vnd.openxmlformats-officedocument.drawingml.diagramColors+xml"/>
  <Override PartName="/ppt/diagrams/drawing85.xml" ContentType="application/vnd.ms-office.drawingml.diagramDrawing+xml"/>
  <Override PartName="/ppt/diagrams/data86.xml" ContentType="application/vnd.openxmlformats-officedocument.drawingml.diagramData+xml"/>
  <Override PartName="/ppt/diagrams/layout86.xml" ContentType="application/vnd.openxmlformats-officedocument.drawingml.diagramLayout+xml"/>
  <Override PartName="/ppt/diagrams/quickStyle86.xml" ContentType="application/vnd.openxmlformats-officedocument.drawingml.diagramStyle+xml"/>
  <Override PartName="/ppt/diagrams/colors86.xml" ContentType="application/vnd.openxmlformats-officedocument.drawingml.diagramColors+xml"/>
  <Override PartName="/ppt/diagrams/drawing86.xml" ContentType="application/vnd.ms-office.drawingml.diagramDrawing+xml"/>
  <Override PartName="/ppt/notesSlides/notesSlide24.xml" ContentType="application/vnd.openxmlformats-officedocument.presentationml.notesSlide+xml"/>
  <Override PartName="/ppt/diagrams/data87.xml" ContentType="application/vnd.openxmlformats-officedocument.drawingml.diagramData+xml"/>
  <Override PartName="/ppt/diagrams/layout87.xml" ContentType="application/vnd.openxmlformats-officedocument.drawingml.diagramLayout+xml"/>
  <Override PartName="/ppt/diagrams/quickStyle87.xml" ContentType="application/vnd.openxmlformats-officedocument.drawingml.diagramStyle+xml"/>
  <Override PartName="/ppt/diagrams/colors87.xml" ContentType="application/vnd.openxmlformats-officedocument.drawingml.diagramColors+xml"/>
  <Override PartName="/ppt/diagrams/drawing87.xml" ContentType="application/vnd.ms-office.drawingml.diagramDrawing+xml"/>
  <Override PartName="/ppt/notesSlides/notesSlide25.xml" ContentType="application/vnd.openxmlformats-officedocument.presentationml.notesSlide+xml"/>
  <Override PartName="/ppt/diagrams/data88.xml" ContentType="application/vnd.openxmlformats-officedocument.drawingml.diagramData+xml"/>
  <Override PartName="/ppt/diagrams/layout88.xml" ContentType="application/vnd.openxmlformats-officedocument.drawingml.diagramLayout+xml"/>
  <Override PartName="/ppt/diagrams/quickStyle88.xml" ContentType="application/vnd.openxmlformats-officedocument.drawingml.diagramStyle+xml"/>
  <Override PartName="/ppt/diagrams/colors88.xml" ContentType="application/vnd.openxmlformats-officedocument.drawingml.diagramColors+xml"/>
  <Override PartName="/ppt/diagrams/drawing88.xml" ContentType="application/vnd.ms-office.drawingml.diagramDrawing+xml"/>
  <Override PartName="/ppt/diagrams/data89.xml" ContentType="application/vnd.openxmlformats-officedocument.drawingml.diagramData+xml"/>
  <Override PartName="/ppt/diagrams/layout89.xml" ContentType="application/vnd.openxmlformats-officedocument.drawingml.diagramLayout+xml"/>
  <Override PartName="/ppt/diagrams/quickStyle89.xml" ContentType="application/vnd.openxmlformats-officedocument.drawingml.diagramStyle+xml"/>
  <Override PartName="/ppt/diagrams/colors89.xml" ContentType="application/vnd.openxmlformats-officedocument.drawingml.diagramColors+xml"/>
  <Override PartName="/ppt/diagrams/drawing89.xml" ContentType="application/vnd.ms-office.drawingml.diagramDrawing+xml"/>
  <Override PartName="/ppt/diagrams/data90.xml" ContentType="application/vnd.openxmlformats-officedocument.drawingml.diagramData+xml"/>
  <Override PartName="/ppt/diagrams/layout90.xml" ContentType="application/vnd.openxmlformats-officedocument.drawingml.diagramLayout+xml"/>
  <Override PartName="/ppt/diagrams/quickStyle90.xml" ContentType="application/vnd.openxmlformats-officedocument.drawingml.diagramStyle+xml"/>
  <Override PartName="/ppt/diagrams/colors90.xml" ContentType="application/vnd.openxmlformats-officedocument.drawingml.diagramColors+xml"/>
  <Override PartName="/ppt/diagrams/drawing90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8"/>
  </p:notesMasterIdLst>
  <p:sldIdLst>
    <p:sldId id="256" r:id="rId2"/>
    <p:sldId id="454" r:id="rId3"/>
    <p:sldId id="257" r:id="rId4"/>
    <p:sldId id="282" r:id="rId5"/>
    <p:sldId id="258" r:id="rId6"/>
    <p:sldId id="259" r:id="rId7"/>
    <p:sldId id="260" r:id="rId8"/>
    <p:sldId id="266" r:id="rId9"/>
    <p:sldId id="264" r:id="rId10"/>
    <p:sldId id="265" r:id="rId11"/>
    <p:sldId id="267" r:id="rId12"/>
    <p:sldId id="273" r:id="rId13"/>
    <p:sldId id="287" r:id="rId14"/>
    <p:sldId id="268" r:id="rId15"/>
    <p:sldId id="270" r:id="rId16"/>
    <p:sldId id="271" r:id="rId17"/>
    <p:sldId id="288" r:id="rId18"/>
    <p:sldId id="289" r:id="rId19"/>
    <p:sldId id="280" r:id="rId20"/>
    <p:sldId id="332" r:id="rId21"/>
    <p:sldId id="276" r:id="rId22"/>
    <p:sldId id="284" r:id="rId23"/>
    <p:sldId id="312" r:id="rId24"/>
    <p:sldId id="333" r:id="rId25"/>
    <p:sldId id="341" r:id="rId26"/>
    <p:sldId id="283" r:id="rId27"/>
    <p:sldId id="313" r:id="rId28"/>
    <p:sldId id="510" r:id="rId29"/>
    <p:sldId id="451" r:id="rId30"/>
    <p:sldId id="450" r:id="rId31"/>
    <p:sldId id="467" r:id="rId32"/>
    <p:sldId id="468" r:id="rId33"/>
    <p:sldId id="469" r:id="rId34"/>
    <p:sldId id="331" r:id="rId35"/>
    <p:sldId id="417" r:id="rId36"/>
    <p:sldId id="418" r:id="rId37"/>
    <p:sldId id="419" r:id="rId38"/>
    <p:sldId id="441" r:id="rId39"/>
    <p:sldId id="442" r:id="rId40"/>
    <p:sldId id="420" r:id="rId41"/>
    <p:sldId id="421" r:id="rId42"/>
    <p:sldId id="422" r:id="rId43"/>
    <p:sldId id="423" r:id="rId44"/>
    <p:sldId id="443" r:id="rId45"/>
    <p:sldId id="444" r:id="rId46"/>
    <p:sldId id="446" r:id="rId47"/>
    <p:sldId id="445" r:id="rId48"/>
    <p:sldId id="380" r:id="rId49"/>
    <p:sldId id="436" r:id="rId50"/>
    <p:sldId id="437" r:id="rId51"/>
    <p:sldId id="379" r:id="rId52"/>
    <p:sldId id="381" r:id="rId53"/>
    <p:sldId id="470" r:id="rId54"/>
    <p:sldId id="413" r:id="rId55"/>
    <p:sldId id="438" r:id="rId56"/>
    <p:sldId id="439" r:id="rId57"/>
    <p:sldId id="471" r:id="rId58"/>
    <p:sldId id="472" r:id="rId59"/>
    <p:sldId id="473" r:id="rId60"/>
    <p:sldId id="507" r:id="rId61"/>
    <p:sldId id="508" r:id="rId62"/>
    <p:sldId id="509" r:id="rId63"/>
    <p:sldId id="511" r:id="rId64"/>
    <p:sldId id="512" r:id="rId65"/>
    <p:sldId id="334" r:id="rId66"/>
    <p:sldId id="355" r:id="rId67"/>
    <p:sldId id="317" r:id="rId68"/>
    <p:sldId id="337" r:id="rId69"/>
    <p:sldId id="376" r:id="rId70"/>
    <p:sldId id="356" r:id="rId71"/>
    <p:sldId id="318" r:id="rId72"/>
    <p:sldId id="340" r:id="rId73"/>
    <p:sldId id="390" r:id="rId74"/>
    <p:sldId id="464" r:id="rId75"/>
    <p:sldId id="465" r:id="rId76"/>
    <p:sldId id="466" r:id="rId77"/>
    <p:sldId id="452" r:id="rId78"/>
    <p:sldId id="453" r:id="rId79"/>
    <p:sldId id="475" r:id="rId80"/>
    <p:sldId id="474" r:id="rId81"/>
    <p:sldId id="477" r:id="rId82"/>
    <p:sldId id="357" r:id="rId83"/>
    <p:sldId id="358" r:id="rId84"/>
    <p:sldId id="478" r:id="rId85"/>
    <p:sldId id="479" r:id="rId86"/>
    <p:sldId id="480" r:id="rId87"/>
    <p:sldId id="481" r:id="rId88"/>
    <p:sldId id="482" r:id="rId89"/>
    <p:sldId id="483" r:id="rId90"/>
    <p:sldId id="484" r:id="rId91"/>
    <p:sldId id="485" r:id="rId92"/>
    <p:sldId id="486" r:id="rId93"/>
    <p:sldId id="487" r:id="rId94"/>
    <p:sldId id="488" r:id="rId95"/>
    <p:sldId id="489" r:id="rId96"/>
    <p:sldId id="391" r:id="rId97"/>
    <p:sldId id="440" r:id="rId98"/>
    <p:sldId id="497" r:id="rId99"/>
    <p:sldId id="392" r:id="rId100"/>
    <p:sldId id="490" r:id="rId101"/>
    <p:sldId id="393" r:id="rId102"/>
    <p:sldId id="491" r:id="rId103"/>
    <p:sldId id="492" r:id="rId104"/>
    <p:sldId id="493" r:id="rId105"/>
    <p:sldId id="494" r:id="rId106"/>
    <p:sldId id="495" r:id="rId107"/>
    <p:sldId id="496" r:id="rId108"/>
    <p:sldId id="498" r:id="rId109"/>
    <p:sldId id="499" r:id="rId110"/>
    <p:sldId id="500" r:id="rId111"/>
    <p:sldId id="501" r:id="rId112"/>
    <p:sldId id="502" r:id="rId113"/>
    <p:sldId id="503" r:id="rId114"/>
    <p:sldId id="504" r:id="rId115"/>
    <p:sldId id="505" r:id="rId116"/>
    <p:sldId id="506" r:id="rId1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hul Raj" initials="RR" lastIdx="1" clrIdx="0">
    <p:extLst>
      <p:ext uri="{19B8F6BF-5375-455C-9EA6-DF929625EA0E}">
        <p15:presenceInfo xmlns:p15="http://schemas.microsoft.com/office/powerpoint/2012/main" userId="S-1-5-21-400889686-1048348643-2089634518-4819" providerId="AD"/>
      </p:ext>
    </p:extLst>
  </p:cmAuthor>
  <p:cmAuthor id="2" name="Vishal Shukla" initials="VS" lastIdx="0" clrIdx="1">
    <p:extLst>
      <p:ext uri="{19B8F6BF-5375-455C-9EA6-DF929625EA0E}">
        <p15:presenceInfo xmlns:p15="http://schemas.microsoft.com/office/powerpoint/2012/main" userId="Vishal Shukla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294" autoAdjust="0"/>
    <p:restoredTop sz="94660"/>
  </p:normalViewPr>
  <p:slideViewPr>
    <p:cSldViewPr>
      <p:cViewPr varScale="1">
        <p:scale>
          <a:sx n="65" d="100"/>
          <a:sy n="65" d="100"/>
        </p:scale>
        <p:origin x="146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6" Type="http://schemas.openxmlformats.org/officeDocument/2006/relationships/slide" Target="slides/slide15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13" Type="http://schemas.openxmlformats.org/officeDocument/2006/relationships/slide" Target="slides/slide112.xml"/><Relationship Id="rId11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16" Type="http://schemas.openxmlformats.org/officeDocument/2006/relationships/slide" Target="slides/slide11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11" Type="http://schemas.openxmlformats.org/officeDocument/2006/relationships/slide" Target="slides/slide11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14" Type="http://schemas.openxmlformats.org/officeDocument/2006/relationships/slide" Target="slides/slide113.xml"/><Relationship Id="rId119" Type="http://schemas.openxmlformats.org/officeDocument/2006/relationships/commentAuthors" Target="commentAuthor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presProps" Target="pres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0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B1197C6-2A0A-4D02-B453-2BF409A375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D799000-F583-4074-BF5D-06DB7AFA7B61}">
      <dgm:prSet/>
      <dgm:spPr/>
      <dgm:t>
        <a:bodyPr/>
        <a:lstStyle/>
        <a:p>
          <a:pPr algn="ctr" rtl="0"/>
          <a:r>
            <a:rPr lang="en-US" dirty="0"/>
            <a:t>Data for PMIS– Cycle 1 (Till September 2015)</a:t>
          </a:r>
        </a:p>
      </dgm:t>
    </dgm:pt>
    <dgm:pt modelId="{EA02F091-6F4D-4961-8263-6437B2D2CF3A}" type="parTrans" cxnId="{369763E0-D535-4648-9913-F480148114C7}">
      <dgm:prSet/>
      <dgm:spPr/>
      <dgm:t>
        <a:bodyPr/>
        <a:lstStyle/>
        <a:p>
          <a:endParaRPr lang="en-IN"/>
        </a:p>
      </dgm:t>
    </dgm:pt>
    <dgm:pt modelId="{232CB3C2-8CA7-477C-B85B-56BBB6FA83AD}" type="sibTrans" cxnId="{369763E0-D535-4648-9913-F480148114C7}">
      <dgm:prSet/>
      <dgm:spPr/>
      <dgm:t>
        <a:bodyPr/>
        <a:lstStyle/>
        <a:p>
          <a:endParaRPr lang="en-IN"/>
        </a:p>
      </dgm:t>
    </dgm:pt>
    <dgm:pt modelId="{F864D681-9745-4186-A9A2-F05BA22CA0CF}" type="pres">
      <dgm:prSet presAssocID="{3B1197C6-2A0A-4D02-B453-2BF409A37571}" presName="linear" presStyleCnt="0">
        <dgm:presLayoutVars>
          <dgm:animLvl val="lvl"/>
          <dgm:resizeHandles val="exact"/>
        </dgm:presLayoutVars>
      </dgm:prSet>
      <dgm:spPr/>
    </dgm:pt>
    <dgm:pt modelId="{721814AD-88B0-4699-9ED5-4A5018EE9D78}" type="pres">
      <dgm:prSet presAssocID="{FD799000-F583-4074-BF5D-06DB7AFA7B6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A3A7203-44EB-4831-92EF-E645E264BF20}" type="presOf" srcId="{FD799000-F583-4074-BF5D-06DB7AFA7B61}" destId="{721814AD-88B0-4699-9ED5-4A5018EE9D78}" srcOrd="0" destOrd="0" presId="urn:microsoft.com/office/officeart/2005/8/layout/vList2"/>
    <dgm:cxn modelId="{369763E0-D535-4648-9913-F480148114C7}" srcId="{3B1197C6-2A0A-4D02-B453-2BF409A37571}" destId="{FD799000-F583-4074-BF5D-06DB7AFA7B61}" srcOrd="0" destOrd="0" parTransId="{EA02F091-6F4D-4961-8263-6437B2D2CF3A}" sibTransId="{232CB3C2-8CA7-477C-B85B-56BBB6FA83AD}"/>
    <dgm:cxn modelId="{C744169A-B121-494B-A2BF-468BD0B58049}" type="presOf" srcId="{3B1197C6-2A0A-4D02-B453-2BF409A37571}" destId="{F864D681-9745-4186-A9A2-F05BA22CA0CF}" srcOrd="0" destOrd="0" presId="urn:microsoft.com/office/officeart/2005/8/layout/vList2"/>
    <dgm:cxn modelId="{82ADE59C-E0F5-4F6B-A210-BD9C7AEA814C}" type="presParOf" srcId="{F864D681-9745-4186-A9A2-F05BA22CA0CF}" destId="{721814AD-88B0-4699-9ED5-4A5018EE9D7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96DFFA3-1321-4AE1-B4E1-2445C5C52B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C6A5DB0-9192-4C80-B0BC-7BDDDDA58D9F}">
      <dgm:prSet custT="1"/>
      <dgm:spPr/>
      <dgm:t>
        <a:bodyPr/>
        <a:lstStyle/>
        <a:p>
          <a:pPr algn="ctr" rtl="0"/>
          <a:r>
            <a:rPr lang="en-US" sz="2400" dirty="0"/>
            <a:t>Y factors –PMIS Cycle 1</a:t>
          </a:r>
        </a:p>
      </dgm:t>
    </dgm:pt>
    <dgm:pt modelId="{00DCD99E-FA35-4FCD-8149-3F9193087345}" type="parTrans" cxnId="{348A7F4C-4F22-4687-9BE8-D7C8FCFDED35}">
      <dgm:prSet/>
      <dgm:spPr/>
      <dgm:t>
        <a:bodyPr/>
        <a:lstStyle/>
        <a:p>
          <a:endParaRPr lang="en-IN"/>
        </a:p>
      </dgm:t>
    </dgm:pt>
    <dgm:pt modelId="{5C8F3641-F996-4163-BFEB-2F01EB631E67}" type="sibTrans" cxnId="{348A7F4C-4F22-4687-9BE8-D7C8FCFDED35}">
      <dgm:prSet/>
      <dgm:spPr/>
      <dgm:t>
        <a:bodyPr/>
        <a:lstStyle/>
        <a:p>
          <a:endParaRPr lang="en-IN"/>
        </a:p>
      </dgm:t>
    </dgm:pt>
    <dgm:pt modelId="{BCD81D0C-97F3-4BDF-B66A-42F13CEC334E}" type="pres">
      <dgm:prSet presAssocID="{B96DFFA3-1321-4AE1-B4E1-2445C5C52BC1}" presName="linear" presStyleCnt="0">
        <dgm:presLayoutVars>
          <dgm:animLvl val="lvl"/>
          <dgm:resizeHandles val="exact"/>
        </dgm:presLayoutVars>
      </dgm:prSet>
      <dgm:spPr/>
    </dgm:pt>
    <dgm:pt modelId="{35878031-6C36-41D1-9E37-B4568110DC35}" type="pres">
      <dgm:prSet presAssocID="{3C6A5DB0-9192-4C80-B0BC-7BDDDDA58D9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48A7F4C-4F22-4687-9BE8-D7C8FCFDED35}" srcId="{B96DFFA3-1321-4AE1-B4E1-2445C5C52BC1}" destId="{3C6A5DB0-9192-4C80-B0BC-7BDDDDA58D9F}" srcOrd="0" destOrd="0" parTransId="{00DCD99E-FA35-4FCD-8149-3F9193087345}" sibTransId="{5C8F3641-F996-4163-BFEB-2F01EB631E67}"/>
    <dgm:cxn modelId="{2CD0E8E7-1C79-492F-BD27-6BB566B147E9}" type="presOf" srcId="{B96DFFA3-1321-4AE1-B4E1-2445C5C52BC1}" destId="{BCD81D0C-97F3-4BDF-B66A-42F13CEC334E}" srcOrd="0" destOrd="0" presId="urn:microsoft.com/office/officeart/2005/8/layout/vList2"/>
    <dgm:cxn modelId="{41BCE34A-3F4D-4CE3-ABC9-35BD995BA4B0}" type="presOf" srcId="{3C6A5DB0-9192-4C80-B0BC-7BDDDDA58D9F}" destId="{35878031-6C36-41D1-9E37-B4568110DC35}" srcOrd="0" destOrd="0" presId="urn:microsoft.com/office/officeart/2005/8/layout/vList2"/>
    <dgm:cxn modelId="{6629A32E-A27B-4808-9B27-B0DA84DD2078}" type="presParOf" srcId="{BCD81D0C-97F3-4BDF-B66A-42F13CEC334E}" destId="{35878031-6C36-41D1-9E37-B4568110DC3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525988E-BDEC-4976-B75C-6229ED8DE8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4513F82-EE28-4F80-956A-6D988990F16E}">
      <dgm:prSet/>
      <dgm:spPr/>
      <dgm:t>
        <a:bodyPr/>
        <a:lstStyle/>
        <a:p>
          <a:pPr algn="ctr" rtl="0"/>
          <a:r>
            <a:rPr lang="en-US" dirty="0"/>
            <a:t>X Factors – PMIS Cycle 1</a:t>
          </a:r>
        </a:p>
      </dgm:t>
    </dgm:pt>
    <dgm:pt modelId="{2CFFE472-C836-4207-A054-636A958B459D}" type="parTrans" cxnId="{46968B9C-1580-4808-BFE0-F52319034716}">
      <dgm:prSet/>
      <dgm:spPr/>
      <dgm:t>
        <a:bodyPr/>
        <a:lstStyle/>
        <a:p>
          <a:endParaRPr lang="en-IN"/>
        </a:p>
      </dgm:t>
    </dgm:pt>
    <dgm:pt modelId="{3EA89801-77B1-498D-9E9B-323AB9A88FED}" type="sibTrans" cxnId="{46968B9C-1580-4808-BFE0-F52319034716}">
      <dgm:prSet/>
      <dgm:spPr/>
      <dgm:t>
        <a:bodyPr/>
        <a:lstStyle/>
        <a:p>
          <a:endParaRPr lang="en-IN"/>
        </a:p>
      </dgm:t>
    </dgm:pt>
    <dgm:pt modelId="{02831ECB-12A8-4E78-B5B0-0114FB69054B}" type="pres">
      <dgm:prSet presAssocID="{2525988E-BDEC-4976-B75C-6229ED8DE839}" presName="linear" presStyleCnt="0">
        <dgm:presLayoutVars>
          <dgm:animLvl val="lvl"/>
          <dgm:resizeHandles val="exact"/>
        </dgm:presLayoutVars>
      </dgm:prSet>
      <dgm:spPr/>
    </dgm:pt>
    <dgm:pt modelId="{CCF1B6D9-EDAB-4110-B494-EE5B66F00B65}" type="pres">
      <dgm:prSet presAssocID="{54513F82-EE28-4F80-956A-6D988990F16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BE8FBAF-DDA0-4BFA-BA87-572B0F3277FD}" type="presOf" srcId="{54513F82-EE28-4F80-956A-6D988990F16E}" destId="{CCF1B6D9-EDAB-4110-B494-EE5B66F00B65}" srcOrd="0" destOrd="0" presId="urn:microsoft.com/office/officeart/2005/8/layout/vList2"/>
    <dgm:cxn modelId="{3AD9F12C-7825-46D5-B946-0834484D70A7}" type="presOf" srcId="{2525988E-BDEC-4976-B75C-6229ED8DE839}" destId="{02831ECB-12A8-4E78-B5B0-0114FB69054B}" srcOrd="0" destOrd="0" presId="urn:microsoft.com/office/officeart/2005/8/layout/vList2"/>
    <dgm:cxn modelId="{46968B9C-1580-4808-BFE0-F52319034716}" srcId="{2525988E-BDEC-4976-B75C-6229ED8DE839}" destId="{54513F82-EE28-4F80-956A-6D988990F16E}" srcOrd="0" destOrd="0" parTransId="{2CFFE472-C836-4207-A054-636A958B459D}" sibTransId="{3EA89801-77B1-498D-9E9B-323AB9A88FED}"/>
    <dgm:cxn modelId="{300C4FAB-458A-4EAF-A870-46041C83D1D2}" type="presParOf" srcId="{02831ECB-12A8-4E78-B5B0-0114FB69054B}" destId="{CCF1B6D9-EDAB-4110-B494-EE5B66F00B6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8A0C48B-4536-4C4D-9FF0-A7575FF6641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B53032D-8DD5-4D33-AECE-B7CA6990B4B2}">
      <dgm:prSet/>
      <dgm:spPr/>
      <dgm:t>
        <a:bodyPr/>
        <a:lstStyle/>
        <a:p>
          <a:pPr algn="ctr" rtl="0"/>
          <a:r>
            <a:rPr lang="en-US" dirty="0"/>
            <a:t>Y Factor – Effort Variance Normality Curve (Cycle -I)</a:t>
          </a:r>
        </a:p>
      </dgm:t>
    </dgm:pt>
    <dgm:pt modelId="{CB0E396D-8DF8-4B5E-BC97-D741B2993E39}" type="parTrans" cxnId="{8164918B-4D30-44F4-A96B-94B7B29EEDAA}">
      <dgm:prSet/>
      <dgm:spPr/>
      <dgm:t>
        <a:bodyPr/>
        <a:lstStyle/>
        <a:p>
          <a:pPr algn="ctr"/>
          <a:endParaRPr lang="en-IN"/>
        </a:p>
      </dgm:t>
    </dgm:pt>
    <dgm:pt modelId="{3BA5E29E-3167-451D-8869-73DF74D234B5}" type="sibTrans" cxnId="{8164918B-4D30-44F4-A96B-94B7B29EEDAA}">
      <dgm:prSet/>
      <dgm:spPr/>
      <dgm:t>
        <a:bodyPr/>
        <a:lstStyle/>
        <a:p>
          <a:pPr algn="ctr"/>
          <a:endParaRPr lang="en-IN"/>
        </a:p>
      </dgm:t>
    </dgm:pt>
    <dgm:pt modelId="{0BBFF307-F5A5-4125-BC64-CB2EDF0E1244}" type="pres">
      <dgm:prSet presAssocID="{78A0C48B-4536-4C4D-9FF0-A7575FF66418}" presName="linear" presStyleCnt="0">
        <dgm:presLayoutVars>
          <dgm:animLvl val="lvl"/>
          <dgm:resizeHandles val="exact"/>
        </dgm:presLayoutVars>
      </dgm:prSet>
      <dgm:spPr/>
    </dgm:pt>
    <dgm:pt modelId="{4E9EFD3D-2215-4B97-A65B-42778A7BFED0}" type="pres">
      <dgm:prSet presAssocID="{6B53032D-8DD5-4D33-AECE-B7CA6990B4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6B4064B-CEA9-472D-8D56-A1342F779676}" type="presOf" srcId="{6B53032D-8DD5-4D33-AECE-B7CA6990B4B2}" destId="{4E9EFD3D-2215-4B97-A65B-42778A7BFED0}" srcOrd="0" destOrd="0" presId="urn:microsoft.com/office/officeart/2005/8/layout/vList2"/>
    <dgm:cxn modelId="{8164918B-4D30-44F4-A96B-94B7B29EEDAA}" srcId="{78A0C48B-4536-4C4D-9FF0-A7575FF66418}" destId="{6B53032D-8DD5-4D33-AECE-B7CA6990B4B2}" srcOrd="0" destOrd="0" parTransId="{CB0E396D-8DF8-4B5E-BC97-D741B2993E39}" sibTransId="{3BA5E29E-3167-451D-8869-73DF74D234B5}"/>
    <dgm:cxn modelId="{D18291D1-B7C9-428F-B79B-FCA5DD8A7C5E}" type="presOf" srcId="{78A0C48B-4536-4C4D-9FF0-A7575FF66418}" destId="{0BBFF307-F5A5-4125-BC64-CB2EDF0E1244}" srcOrd="0" destOrd="0" presId="urn:microsoft.com/office/officeart/2005/8/layout/vList2"/>
    <dgm:cxn modelId="{DB7F1E25-2D88-4904-B46F-3A1055AEF65B}" type="presParOf" srcId="{0BBFF307-F5A5-4125-BC64-CB2EDF0E1244}" destId="{4E9EFD3D-2215-4B97-A65B-42778A7BFED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470EE5E-CE0F-4359-8129-409503008B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BC27247B-36F3-4D9A-8A51-872650C2866E}">
      <dgm:prSet custT="1"/>
      <dgm:spPr/>
      <dgm:t>
        <a:bodyPr/>
        <a:lstStyle/>
        <a:p>
          <a:pPr algn="ctr" rtl="0"/>
          <a:r>
            <a:rPr lang="en-US" sz="2400" dirty="0"/>
            <a:t>Y Factor – Effort Variance Control chart (Cycle -1)</a:t>
          </a:r>
        </a:p>
      </dgm:t>
    </dgm:pt>
    <dgm:pt modelId="{AD42EC53-7237-415A-9494-8199F235B49E}" type="parTrans" cxnId="{D0AA8631-5825-4DB1-802E-CAD127A611FA}">
      <dgm:prSet/>
      <dgm:spPr/>
      <dgm:t>
        <a:bodyPr/>
        <a:lstStyle/>
        <a:p>
          <a:endParaRPr lang="en-IN"/>
        </a:p>
      </dgm:t>
    </dgm:pt>
    <dgm:pt modelId="{12039BBF-E48D-4E23-926C-BA1001FB8E9C}" type="sibTrans" cxnId="{D0AA8631-5825-4DB1-802E-CAD127A611FA}">
      <dgm:prSet/>
      <dgm:spPr/>
      <dgm:t>
        <a:bodyPr/>
        <a:lstStyle/>
        <a:p>
          <a:endParaRPr lang="en-IN"/>
        </a:p>
      </dgm:t>
    </dgm:pt>
    <dgm:pt modelId="{70066BC0-0D4D-4A29-810A-5634D2B7B48B}" type="pres">
      <dgm:prSet presAssocID="{E470EE5E-CE0F-4359-8129-409503008B2C}" presName="linear" presStyleCnt="0">
        <dgm:presLayoutVars>
          <dgm:animLvl val="lvl"/>
          <dgm:resizeHandles val="exact"/>
        </dgm:presLayoutVars>
      </dgm:prSet>
      <dgm:spPr/>
    </dgm:pt>
    <dgm:pt modelId="{CB0B8F66-A932-4927-B797-FEEDE25060B1}" type="pres">
      <dgm:prSet presAssocID="{BC27247B-36F3-4D9A-8A51-872650C2866E}" presName="parentText" presStyleLbl="node1" presStyleIdx="0" presStyleCnt="1" custScaleY="119866" custLinFactNeighborY="-20782">
        <dgm:presLayoutVars>
          <dgm:chMax val="0"/>
          <dgm:bulletEnabled val="1"/>
        </dgm:presLayoutVars>
      </dgm:prSet>
      <dgm:spPr/>
    </dgm:pt>
  </dgm:ptLst>
  <dgm:cxnLst>
    <dgm:cxn modelId="{3B5C20EE-3C5E-481C-B997-4D2D51DB5951}" type="presOf" srcId="{BC27247B-36F3-4D9A-8A51-872650C2866E}" destId="{CB0B8F66-A932-4927-B797-FEEDE25060B1}" srcOrd="0" destOrd="0" presId="urn:microsoft.com/office/officeart/2005/8/layout/vList2"/>
    <dgm:cxn modelId="{D0AA8631-5825-4DB1-802E-CAD127A611FA}" srcId="{E470EE5E-CE0F-4359-8129-409503008B2C}" destId="{BC27247B-36F3-4D9A-8A51-872650C2866E}" srcOrd="0" destOrd="0" parTransId="{AD42EC53-7237-415A-9494-8199F235B49E}" sibTransId="{12039BBF-E48D-4E23-926C-BA1001FB8E9C}"/>
    <dgm:cxn modelId="{F46F31E2-0496-4D76-A2D4-AD2137685C40}" type="presOf" srcId="{E470EE5E-CE0F-4359-8129-409503008B2C}" destId="{70066BC0-0D4D-4A29-810A-5634D2B7B48B}" srcOrd="0" destOrd="0" presId="urn:microsoft.com/office/officeart/2005/8/layout/vList2"/>
    <dgm:cxn modelId="{F315B061-9A87-4A63-B3FE-030F3FF5C1AB}" type="presParOf" srcId="{70066BC0-0D4D-4A29-810A-5634D2B7B48B}" destId="{CB0B8F66-A932-4927-B797-FEEDE25060B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CBD6271D-AF79-4370-8B0F-9973301163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15CFFA8-903A-4F1F-8BD6-C6BEA5C90554}">
      <dgm:prSet custT="1"/>
      <dgm:spPr/>
      <dgm:t>
        <a:bodyPr/>
        <a:lstStyle/>
        <a:p>
          <a:pPr algn="ctr" rtl="0"/>
          <a:r>
            <a:rPr lang="en-US" sz="2400" dirty="0"/>
            <a:t>Y Factor – Cycle Time Per FP Normality Curve (Cycle -1)</a:t>
          </a:r>
        </a:p>
      </dgm:t>
    </dgm:pt>
    <dgm:pt modelId="{9EB1E888-994D-415E-A78D-F0EA05DE6DA2}" type="parTrans" cxnId="{2385F328-AE58-4E7C-A013-285EDF4163F3}">
      <dgm:prSet/>
      <dgm:spPr/>
      <dgm:t>
        <a:bodyPr/>
        <a:lstStyle/>
        <a:p>
          <a:endParaRPr lang="en-IN" sz="2400"/>
        </a:p>
      </dgm:t>
    </dgm:pt>
    <dgm:pt modelId="{883BABF7-6441-4327-870B-1275E6C4E271}" type="sibTrans" cxnId="{2385F328-AE58-4E7C-A013-285EDF4163F3}">
      <dgm:prSet/>
      <dgm:spPr/>
      <dgm:t>
        <a:bodyPr/>
        <a:lstStyle/>
        <a:p>
          <a:endParaRPr lang="en-IN" sz="2400"/>
        </a:p>
      </dgm:t>
    </dgm:pt>
    <dgm:pt modelId="{55C03F5D-4D30-4DCA-BB75-0C5DD0BFE011}" type="pres">
      <dgm:prSet presAssocID="{CBD6271D-AF79-4370-8B0F-997330116377}" presName="linear" presStyleCnt="0">
        <dgm:presLayoutVars>
          <dgm:animLvl val="lvl"/>
          <dgm:resizeHandles val="exact"/>
        </dgm:presLayoutVars>
      </dgm:prSet>
      <dgm:spPr/>
    </dgm:pt>
    <dgm:pt modelId="{F4654395-3BDC-49F0-ADF5-F2D18A299A4C}" type="pres">
      <dgm:prSet presAssocID="{915CFFA8-903A-4F1F-8BD6-C6BEA5C9055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AD7C65C-E870-45DA-B473-B39784FAD87E}" type="presOf" srcId="{915CFFA8-903A-4F1F-8BD6-C6BEA5C90554}" destId="{F4654395-3BDC-49F0-ADF5-F2D18A299A4C}" srcOrd="0" destOrd="0" presId="urn:microsoft.com/office/officeart/2005/8/layout/vList2"/>
    <dgm:cxn modelId="{76EDB94E-8DD2-40DF-9568-3DC7787CA3B9}" type="presOf" srcId="{CBD6271D-AF79-4370-8B0F-997330116377}" destId="{55C03F5D-4D30-4DCA-BB75-0C5DD0BFE011}" srcOrd="0" destOrd="0" presId="urn:microsoft.com/office/officeart/2005/8/layout/vList2"/>
    <dgm:cxn modelId="{2385F328-AE58-4E7C-A013-285EDF4163F3}" srcId="{CBD6271D-AF79-4370-8B0F-997330116377}" destId="{915CFFA8-903A-4F1F-8BD6-C6BEA5C90554}" srcOrd="0" destOrd="0" parTransId="{9EB1E888-994D-415E-A78D-F0EA05DE6DA2}" sibTransId="{883BABF7-6441-4327-870B-1275E6C4E271}"/>
    <dgm:cxn modelId="{E976C522-7BDA-478F-A09C-E4F99F682C9E}" type="presParOf" srcId="{55C03F5D-4D30-4DCA-BB75-0C5DD0BFE011}" destId="{F4654395-3BDC-49F0-ADF5-F2D18A299A4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A1EC1000-217A-444B-AD8B-08078D9DAB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00F288C-6A10-4193-B158-000B82691AF2}">
      <dgm:prSet custT="1"/>
      <dgm:spPr/>
      <dgm:t>
        <a:bodyPr/>
        <a:lstStyle/>
        <a:p>
          <a:pPr algn="ctr" rtl="0"/>
          <a:r>
            <a:rPr lang="en-US" sz="2400" dirty="0"/>
            <a:t>Y Factor – Cycle Time Per FP Control chart (Cycle -1)</a:t>
          </a:r>
        </a:p>
      </dgm:t>
    </dgm:pt>
    <dgm:pt modelId="{4C1BC9D5-263D-47D3-9C68-9068D41043D2}" type="parTrans" cxnId="{AFD9A20F-DF77-4D64-BC58-655BDF19C3A9}">
      <dgm:prSet/>
      <dgm:spPr/>
      <dgm:t>
        <a:bodyPr/>
        <a:lstStyle/>
        <a:p>
          <a:pPr algn="ctr"/>
          <a:endParaRPr lang="en-IN" sz="2400"/>
        </a:p>
      </dgm:t>
    </dgm:pt>
    <dgm:pt modelId="{64856A90-5BD0-4E9C-B56F-6720C9FB24A2}" type="sibTrans" cxnId="{AFD9A20F-DF77-4D64-BC58-655BDF19C3A9}">
      <dgm:prSet/>
      <dgm:spPr/>
      <dgm:t>
        <a:bodyPr/>
        <a:lstStyle/>
        <a:p>
          <a:pPr algn="ctr"/>
          <a:endParaRPr lang="en-IN" sz="2400"/>
        </a:p>
      </dgm:t>
    </dgm:pt>
    <dgm:pt modelId="{0FCFFA56-A8E9-4CCC-B5E5-049A1E833641}" type="pres">
      <dgm:prSet presAssocID="{A1EC1000-217A-444B-AD8B-08078D9DABA7}" presName="linear" presStyleCnt="0">
        <dgm:presLayoutVars>
          <dgm:animLvl val="lvl"/>
          <dgm:resizeHandles val="exact"/>
        </dgm:presLayoutVars>
      </dgm:prSet>
      <dgm:spPr/>
    </dgm:pt>
    <dgm:pt modelId="{74310765-9632-4FBB-BA2E-2A7378898428}" type="pres">
      <dgm:prSet presAssocID="{100F288C-6A10-4193-B158-000B82691AF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C3BA5EB-4A31-4F29-9646-A68E4101D07B}" type="presOf" srcId="{100F288C-6A10-4193-B158-000B82691AF2}" destId="{74310765-9632-4FBB-BA2E-2A7378898428}" srcOrd="0" destOrd="0" presId="urn:microsoft.com/office/officeart/2005/8/layout/vList2"/>
    <dgm:cxn modelId="{2B6B2D16-8A3E-4DAC-B606-14F9D97C2A03}" type="presOf" srcId="{A1EC1000-217A-444B-AD8B-08078D9DABA7}" destId="{0FCFFA56-A8E9-4CCC-B5E5-049A1E833641}" srcOrd="0" destOrd="0" presId="urn:microsoft.com/office/officeart/2005/8/layout/vList2"/>
    <dgm:cxn modelId="{AFD9A20F-DF77-4D64-BC58-655BDF19C3A9}" srcId="{A1EC1000-217A-444B-AD8B-08078D9DABA7}" destId="{100F288C-6A10-4193-B158-000B82691AF2}" srcOrd="0" destOrd="0" parTransId="{4C1BC9D5-263D-47D3-9C68-9068D41043D2}" sibTransId="{64856A90-5BD0-4E9C-B56F-6720C9FB24A2}"/>
    <dgm:cxn modelId="{A812FD95-DD65-4590-998A-629F81D09C2A}" type="presParOf" srcId="{0FCFFA56-A8E9-4CCC-B5E5-049A1E833641}" destId="{74310765-9632-4FBB-BA2E-2A73788984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E13B18E-485E-4AFA-81FC-88B076EFB1B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C58245A-E977-48E5-A761-8D66AC9C9A1C}">
      <dgm:prSet/>
      <dgm:spPr/>
      <dgm:t>
        <a:bodyPr/>
        <a:lstStyle/>
        <a:p>
          <a:pPr algn="ctr" rtl="0"/>
          <a:r>
            <a:rPr lang="en-US" dirty="0"/>
            <a:t>X Factor –RA effort per FP Normality Curve (Cycle -1)</a:t>
          </a:r>
        </a:p>
      </dgm:t>
    </dgm:pt>
    <dgm:pt modelId="{FC7EB210-A8EB-47C3-8703-B3201F363542}" type="parTrans" cxnId="{061F09D0-0581-4B24-AA72-79BB279A5E68}">
      <dgm:prSet/>
      <dgm:spPr/>
      <dgm:t>
        <a:bodyPr/>
        <a:lstStyle/>
        <a:p>
          <a:endParaRPr lang="en-IN"/>
        </a:p>
      </dgm:t>
    </dgm:pt>
    <dgm:pt modelId="{2E86BF39-8048-4CE0-90F1-3355CBE1EE66}" type="sibTrans" cxnId="{061F09D0-0581-4B24-AA72-79BB279A5E68}">
      <dgm:prSet/>
      <dgm:spPr/>
      <dgm:t>
        <a:bodyPr/>
        <a:lstStyle/>
        <a:p>
          <a:endParaRPr lang="en-IN"/>
        </a:p>
      </dgm:t>
    </dgm:pt>
    <dgm:pt modelId="{9C0ED4D8-E358-41A0-8560-36821D7B93BE}" type="pres">
      <dgm:prSet presAssocID="{FE13B18E-485E-4AFA-81FC-88B076EFB1B0}" presName="linear" presStyleCnt="0">
        <dgm:presLayoutVars>
          <dgm:animLvl val="lvl"/>
          <dgm:resizeHandles val="exact"/>
        </dgm:presLayoutVars>
      </dgm:prSet>
      <dgm:spPr/>
    </dgm:pt>
    <dgm:pt modelId="{6807833F-081E-428E-A353-6D82FAD08C57}" type="pres">
      <dgm:prSet presAssocID="{FC58245A-E977-48E5-A761-8D66AC9C9A1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1FC1EDC-F765-491A-9764-734B5B5A2664}" type="presOf" srcId="{FC58245A-E977-48E5-A761-8D66AC9C9A1C}" destId="{6807833F-081E-428E-A353-6D82FAD08C57}" srcOrd="0" destOrd="0" presId="urn:microsoft.com/office/officeart/2005/8/layout/vList2"/>
    <dgm:cxn modelId="{0AFBEC6B-8393-4048-A59C-C28F47D85FAE}" type="presOf" srcId="{FE13B18E-485E-4AFA-81FC-88B076EFB1B0}" destId="{9C0ED4D8-E358-41A0-8560-36821D7B93BE}" srcOrd="0" destOrd="0" presId="urn:microsoft.com/office/officeart/2005/8/layout/vList2"/>
    <dgm:cxn modelId="{061F09D0-0581-4B24-AA72-79BB279A5E68}" srcId="{FE13B18E-485E-4AFA-81FC-88B076EFB1B0}" destId="{FC58245A-E977-48E5-A761-8D66AC9C9A1C}" srcOrd="0" destOrd="0" parTransId="{FC7EB210-A8EB-47C3-8703-B3201F363542}" sibTransId="{2E86BF39-8048-4CE0-90F1-3355CBE1EE66}"/>
    <dgm:cxn modelId="{FE99ECDE-B4F1-4783-BF76-E9582A86871C}" type="presParOf" srcId="{9C0ED4D8-E358-41A0-8560-36821D7B93BE}" destId="{6807833F-081E-428E-A353-6D82FAD08C5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C0410A88-D92E-4B40-B44B-1F3F9633687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07EF0F3-0763-43DC-8725-50E246854604}">
      <dgm:prSet/>
      <dgm:spPr/>
      <dgm:t>
        <a:bodyPr/>
        <a:lstStyle/>
        <a:p>
          <a:pPr algn="ctr" rtl="0"/>
          <a:r>
            <a:rPr lang="en-US" dirty="0"/>
            <a:t>X Factor – RA  effort per FP Control chart  (Cycle -I)</a:t>
          </a:r>
        </a:p>
      </dgm:t>
    </dgm:pt>
    <dgm:pt modelId="{35F13901-3BE6-42A1-8FB6-42F0309BD3A5}" type="parTrans" cxnId="{97B466BF-5A17-4913-8F29-A8BA928238A9}">
      <dgm:prSet/>
      <dgm:spPr/>
      <dgm:t>
        <a:bodyPr/>
        <a:lstStyle/>
        <a:p>
          <a:endParaRPr lang="en-IN"/>
        </a:p>
      </dgm:t>
    </dgm:pt>
    <dgm:pt modelId="{2ADFB11B-F58B-40AD-882B-CB696602259A}" type="sibTrans" cxnId="{97B466BF-5A17-4913-8F29-A8BA928238A9}">
      <dgm:prSet/>
      <dgm:spPr/>
      <dgm:t>
        <a:bodyPr/>
        <a:lstStyle/>
        <a:p>
          <a:endParaRPr lang="en-IN"/>
        </a:p>
      </dgm:t>
    </dgm:pt>
    <dgm:pt modelId="{B6C574F1-4D50-4B39-A359-830C38FBF33F}" type="pres">
      <dgm:prSet presAssocID="{C0410A88-D92E-4B40-B44B-1F3F96336871}" presName="linear" presStyleCnt="0">
        <dgm:presLayoutVars>
          <dgm:animLvl val="lvl"/>
          <dgm:resizeHandles val="exact"/>
        </dgm:presLayoutVars>
      </dgm:prSet>
      <dgm:spPr/>
    </dgm:pt>
    <dgm:pt modelId="{C95BB800-4A49-48A2-9368-830C2EA48A97}" type="pres">
      <dgm:prSet presAssocID="{307EF0F3-0763-43DC-8725-50E24685460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771EE4C-2B88-400A-BAC5-14A339F72023}" type="presOf" srcId="{307EF0F3-0763-43DC-8725-50E246854604}" destId="{C95BB800-4A49-48A2-9368-830C2EA48A97}" srcOrd="0" destOrd="0" presId="urn:microsoft.com/office/officeart/2005/8/layout/vList2"/>
    <dgm:cxn modelId="{796799DA-4B44-4B49-A1BD-8ABE1F3E6C42}" type="presOf" srcId="{C0410A88-D92E-4B40-B44B-1F3F96336871}" destId="{B6C574F1-4D50-4B39-A359-830C38FBF33F}" srcOrd="0" destOrd="0" presId="urn:microsoft.com/office/officeart/2005/8/layout/vList2"/>
    <dgm:cxn modelId="{97B466BF-5A17-4913-8F29-A8BA928238A9}" srcId="{C0410A88-D92E-4B40-B44B-1F3F96336871}" destId="{307EF0F3-0763-43DC-8725-50E246854604}" srcOrd="0" destOrd="0" parTransId="{35F13901-3BE6-42A1-8FB6-42F0309BD3A5}" sibTransId="{2ADFB11B-F58B-40AD-882B-CB696602259A}"/>
    <dgm:cxn modelId="{2E0EE134-04AF-4971-ACB9-F523EEE92631}" type="presParOf" srcId="{B6C574F1-4D50-4B39-A359-830C38FBF33F}" destId="{C95BB800-4A49-48A2-9368-830C2EA48A9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4B43D09-13B5-4C77-8FA5-3270FE034F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2877FDD-18FD-4595-BE0E-982EF9B2E125}">
      <dgm:prSet/>
      <dgm:spPr/>
      <dgm:t>
        <a:bodyPr/>
        <a:lstStyle/>
        <a:p>
          <a:pPr algn="ctr" rtl="0"/>
          <a:r>
            <a:rPr lang="en-US" dirty="0"/>
            <a:t>X Factor – RA review effort per FP Normality Curve (Cycle -1)</a:t>
          </a:r>
        </a:p>
      </dgm:t>
    </dgm:pt>
    <dgm:pt modelId="{FC96A4CC-142D-4353-A642-150CEFD3D601}" type="parTrans" cxnId="{E9FDC6F6-05B2-4941-90CF-EE1F5C2AF6B8}">
      <dgm:prSet/>
      <dgm:spPr/>
      <dgm:t>
        <a:bodyPr/>
        <a:lstStyle/>
        <a:p>
          <a:endParaRPr lang="en-IN"/>
        </a:p>
      </dgm:t>
    </dgm:pt>
    <dgm:pt modelId="{11653CE2-E796-4AA1-934D-DAA0CB8F525A}" type="sibTrans" cxnId="{E9FDC6F6-05B2-4941-90CF-EE1F5C2AF6B8}">
      <dgm:prSet/>
      <dgm:spPr/>
      <dgm:t>
        <a:bodyPr/>
        <a:lstStyle/>
        <a:p>
          <a:endParaRPr lang="en-IN"/>
        </a:p>
      </dgm:t>
    </dgm:pt>
    <dgm:pt modelId="{E162F36F-60FC-4DD0-8FDC-531F0655B96C}" type="pres">
      <dgm:prSet presAssocID="{44B43D09-13B5-4C77-8FA5-3270FE034F6B}" presName="linear" presStyleCnt="0">
        <dgm:presLayoutVars>
          <dgm:animLvl val="lvl"/>
          <dgm:resizeHandles val="exact"/>
        </dgm:presLayoutVars>
      </dgm:prSet>
      <dgm:spPr/>
    </dgm:pt>
    <dgm:pt modelId="{1FB6A313-DC80-432B-9675-B7BE587078F4}" type="pres">
      <dgm:prSet presAssocID="{12877FDD-18FD-4595-BE0E-982EF9B2E12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A8D194C-40DA-4D59-BF2D-86F520B9BD0F}" type="presOf" srcId="{12877FDD-18FD-4595-BE0E-982EF9B2E125}" destId="{1FB6A313-DC80-432B-9675-B7BE587078F4}" srcOrd="0" destOrd="0" presId="urn:microsoft.com/office/officeart/2005/8/layout/vList2"/>
    <dgm:cxn modelId="{EED4DFAD-51B6-4C67-BC06-6B5DCB1C9700}" type="presOf" srcId="{44B43D09-13B5-4C77-8FA5-3270FE034F6B}" destId="{E162F36F-60FC-4DD0-8FDC-531F0655B96C}" srcOrd="0" destOrd="0" presId="urn:microsoft.com/office/officeart/2005/8/layout/vList2"/>
    <dgm:cxn modelId="{E9FDC6F6-05B2-4941-90CF-EE1F5C2AF6B8}" srcId="{44B43D09-13B5-4C77-8FA5-3270FE034F6B}" destId="{12877FDD-18FD-4595-BE0E-982EF9B2E125}" srcOrd="0" destOrd="0" parTransId="{FC96A4CC-142D-4353-A642-150CEFD3D601}" sibTransId="{11653CE2-E796-4AA1-934D-DAA0CB8F525A}"/>
    <dgm:cxn modelId="{E71443F4-1C14-4AD0-8E69-57D5B48624CF}" type="presParOf" srcId="{E162F36F-60FC-4DD0-8FDC-531F0655B96C}" destId="{1FB6A313-DC80-432B-9675-B7BE587078F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3CA1253C-6F75-47C2-943F-FC16E8660E3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C49BF89-AF81-4FD7-A5C7-46D9F7827717}">
      <dgm:prSet/>
      <dgm:spPr/>
      <dgm:t>
        <a:bodyPr/>
        <a:lstStyle/>
        <a:p>
          <a:pPr algn="ctr" rtl="0"/>
          <a:r>
            <a:rPr lang="en-US" dirty="0"/>
            <a:t>X Factor – RA review effort per FP Control Chart (Cycle -I)</a:t>
          </a:r>
        </a:p>
      </dgm:t>
    </dgm:pt>
    <dgm:pt modelId="{DC1DC28D-D1D1-4885-BB10-6CAA88CE8AC9}" type="parTrans" cxnId="{9DC05852-5567-4236-AFAF-FD762FC25817}">
      <dgm:prSet/>
      <dgm:spPr/>
      <dgm:t>
        <a:bodyPr/>
        <a:lstStyle/>
        <a:p>
          <a:endParaRPr lang="en-IN"/>
        </a:p>
      </dgm:t>
    </dgm:pt>
    <dgm:pt modelId="{0ED23F12-58D6-4330-B1A9-53294E216683}" type="sibTrans" cxnId="{9DC05852-5567-4236-AFAF-FD762FC25817}">
      <dgm:prSet/>
      <dgm:spPr/>
      <dgm:t>
        <a:bodyPr/>
        <a:lstStyle/>
        <a:p>
          <a:endParaRPr lang="en-IN"/>
        </a:p>
      </dgm:t>
    </dgm:pt>
    <dgm:pt modelId="{DD3EF316-7EB9-4F6A-9917-05FC60E7AA9E}" type="pres">
      <dgm:prSet presAssocID="{3CA1253C-6F75-47C2-943F-FC16E8660E3F}" presName="linear" presStyleCnt="0">
        <dgm:presLayoutVars>
          <dgm:animLvl val="lvl"/>
          <dgm:resizeHandles val="exact"/>
        </dgm:presLayoutVars>
      </dgm:prSet>
      <dgm:spPr/>
    </dgm:pt>
    <dgm:pt modelId="{13071363-B0F5-478E-A593-0E4002848D94}" type="pres">
      <dgm:prSet presAssocID="{EC49BF89-AF81-4FD7-A5C7-46D9F782771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09A312D-61DC-4F82-8006-CBBB87BF5B7C}" type="presOf" srcId="{EC49BF89-AF81-4FD7-A5C7-46D9F7827717}" destId="{13071363-B0F5-478E-A593-0E4002848D94}" srcOrd="0" destOrd="0" presId="urn:microsoft.com/office/officeart/2005/8/layout/vList2"/>
    <dgm:cxn modelId="{9DC05852-5567-4236-AFAF-FD762FC25817}" srcId="{3CA1253C-6F75-47C2-943F-FC16E8660E3F}" destId="{EC49BF89-AF81-4FD7-A5C7-46D9F7827717}" srcOrd="0" destOrd="0" parTransId="{DC1DC28D-D1D1-4885-BB10-6CAA88CE8AC9}" sibTransId="{0ED23F12-58D6-4330-B1A9-53294E216683}"/>
    <dgm:cxn modelId="{698DE3A3-880B-4F23-A0FE-637CBAD4BA94}" type="presOf" srcId="{3CA1253C-6F75-47C2-943F-FC16E8660E3F}" destId="{DD3EF316-7EB9-4F6A-9917-05FC60E7AA9E}" srcOrd="0" destOrd="0" presId="urn:microsoft.com/office/officeart/2005/8/layout/vList2"/>
    <dgm:cxn modelId="{1E9E1EFE-89D5-4E06-B512-2D33FB85DE69}" type="presParOf" srcId="{DD3EF316-7EB9-4F6A-9917-05FC60E7AA9E}" destId="{13071363-B0F5-478E-A593-0E4002848D9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25B7EC0-F8F0-4745-A6C6-2DD85245264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09ED481-44E8-4E03-BBE6-E0F0519F61CF}">
      <dgm:prSet/>
      <dgm:spPr/>
      <dgm:t>
        <a:bodyPr/>
        <a:lstStyle/>
        <a:p>
          <a:pPr algn="ctr" rtl="0"/>
          <a:r>
            <a:rPr lang="en-US" dirty="0"/>
            <a:t>X Factor –Coding Effort Per FP Normality Curve (Cycle -I)</a:t>
          </a:r>
        </a:p>
      </dgm:t>
    </dgm:pt>
    <dgm:pt modelId="{8F588719-3136-47E6-A9D0-17B3B3F9A6AC}" type="parTrans" cxnId="{DF5DB4C1-00C7-474B-B4EE-2EFE07630B3D}">
      <dgm:prSet/>
      <dgm:spPr/>
      <dgm:t>
        <a:bodyPr/>
        <a:lstStyle/>
        <a:p>
          <a:endParaRPr lang="en-IN"/>
        </a:p>
      </dgm:t>
    </dgm:pt>
    <dgm:pt modelId="{2FC97CE7-F8D3-4E06-8F14-370C9BB3A051}" type="sibTrans" cxnId="{DF5DB4C1-00C7-474B-B4EE-2EFE07630B3D}">
      <dgm:prSet/>
      <dgm:spPr/>
      <dgm:t>
        <a:bodyPr/>
        <a:lstStyle/>
        <a:p>
          <a:endParaRPr lang="en-IN"/>
        </a:p>
      </dgm:t>
    </dgm:pt>
    <dgm:pt modelId="{876E8517-CFCE-414D-9891-0E91D1E96A3C}" type="pres">
      <dgm:prSet presAssocID="{525B7EC0-F8F0-4745-A6C6-2DD852452647}" presName="linear" presStyleCnt="0">
        <dgm:presLayoutVars>
          <dgm:animLvl val="lvl"/>
          <dgm:resizeHandles val="exact"/>
        </dgm:presLayoutVars>
      </dgm:prSet>
      <dgm:spPr/>
    </dgm:pt>
    <dgm:pt modelId="{2005E28B-DBEC-4FA0-B495-8ADECD158594}" type="pres">
      <dgm:prSet presAssocID="{109ED481-44E8-4E03-BBE6-E0F0519F61C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D527646-1EAA-4381-93B7-1485A89AD6B5}" type="presOf" srcId="{525B7EC0-F8F0-4745-A6C6-2DD852452647}" destId="{876E8517-CFCE-414D-9891-0E91D1E96A3C}" srcOrd="0" destOrd="0" presId="urn:microsoft.com/office/officeart/2005/8/layout/vList2"/>
    <dgm:cxn modelId="{11792857-692D-4716-ABBB-C432CF09A7C3}" type="presOf" srcId="{109ED481-44E8-4E03-BBE6-E0F0519F61CF}" destId="{2005E28B-DBEC-4FA0-B495-8ADECD158594}" srcOrd="0" destOrd="0" presId="urn:microsoft.com/office/officeart/2005/8/layout/vList2"/>
    <dgm:cxn modelId="{DF5DB4C1-00C7-474B-B4EE-2EFE07630B3D}" srcId="{525B7EC0-F8F0-4745-A6C6-2DD852452647}" destId="{109ED481-44E8-4E03-BBE6-E0F0519F61CF}" srcOrd="0" destOrd="0" parTransId="{8F588719-3136-47E6-A9D0-17B3B3F9A6AC}" sibTransId="{2FC97CE7-F8D3-4E06-8F14-370C9BB3A051}"/>
    <dgm:cxn modelId="{CD214930-B9D3-4319-8E54-72C165F99585}" type="presParOf" srcId="{876E8517-CFCE-414D-9891-0E91D1E96A3C}" destId="{2005E28B-DBEC-4FA0-B495-8ADECD15859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E002398-02F6-4A8C-BCA7-718F09BFE8D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DA49668-72EC-4640-9217-876AE9BF15CE}">
      <dgm:prSet/>
      <dgm:spPr/>
      <dgm:t>
        <a:bodyPr/>
        <a:lstStyle/>
        <a:p>
          <a:pPr algn="ctr" rtl="0"/>
          <a:r>
            <a:rPr lang="en-US" dirty="0"/>
            <a:t>X Factor –Coding Effort Per FP Control chart (Cycle -1)</a:t>
          </a:r>
        </a:p>
      </dgm:t>
    </dgm:pt>
    <dgm:pt modelId="{651249CB-921B-4D6E-91D4-66E5C35CECAE}" type="parTrans" cxnId="{CBA4F413-79B4-4BBA-B53A-672BA1B688C2}">
      <dgm:prSet/>
      <dgm:spPr/>
      <dgm:t>
        <a:bodyPr/>
        <a:lstStyle/>
        <a:p>
          <a:endParaRPr lang="en-IN"/>
        </a:p>
      </dgm:t>
    </dgm:pt>
    <dgm:pt modelId="{07D26BF9-8406-403E-86E2-07303CAAAFF2}" type="sibTrans" cxnId="{CBA4F413-79B4-4BBA-B53A-672BA1B688C2}">
      <dgm:prSet/>
      <dgm:spPr/>
      <dgm:t>
        <a:bodyPr/>
        <a:lstStyle/>
        <a:p>
          <a:endParaRPr lang="en-IN"/>
        </a:p>
      </dgm:t>
    </dgm:pt>
    <dgm:pt modelId="{D2D3EC72-1859-4F30-889E-371E6C86397F}" type="pres">
      <dgm:prSet presAssocID="{4E002398-02F6-4A8C-BCA7-718F09BFE8DD}" presName="linear" presStyleCnt="0">
        <dgm:presLayoutVars>
          <dgm:animLvl val="lvl"/>
          <dgm:resizeHandles val="exact"/>
        </dgm:presLayoutVars>
      </dgm:prSet>
      <dgm:spPr/>
    </dgm:pt>
    <dgm:pt modelId="{BE8599BD-B730-4A78-A869-5A866939D284}" type="pres">
      <dgm:prSet presAssocID="{ADA49668-72EC-4640-9217-876AE9BF15C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BA4F413-79B4-4BBA-B53A-672BA1B688C2}" srcId="{4E002398-02F6-4A8C-BCA7-718F09BFE8DD}" destId="{ADA49668-72EC-4640-9217-876AE9BF15CE}" srcOrd="0" destOrd="0" parTransId="{651249CB-921B-4D6E-91D4-66E5C35CECAE}" sibTransId="{07D26BF9-8406-403E-86E2-07303CAAAFF2}"/>
    <dgm:cxn modelId="{DDEFDB2C-FEE4-4BDB-9EF5-27BA5521C059}" type="presOf" srcId="{ADA49668-72EC-4640-9217-876AE9BF15CE}" destId="{BE8599BD-B730-4A78-A869-5A866939D284}" srcOrd="0" destOrd="0" presId="urn:microsoft.com/office/officeart/2005/8/layout/vList2"/>
    <dgm:cxn modelId="{65B78C36-721D-40AD-9F61-95496745E522}" type="presOf" srcId="{4E002398-02F6-4A8C-BCA7-718F09BFE8DD}" destId="{D2D3EC72-1859-4F30-889E-371E6C86397F}" srcOrd="0" destOrd="0" presId="urn:microsoft.com/office/officeart/2005/8/layout/vList2"/>
    <dgm:cxn modelId="{86217CC9-FBFD-4758-8DA0-960ABFD6D480}" type="presParOf" srcId="{D2D3EC72-1859-4F30-889E-371E6C86397F}" destId="{BE8599BD-B730-4A78-A869-5A866939D28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83D43E8C-88FB-47E9-B143-88E8171E63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B8CEEF4E-CB73-4751-BA98-6BF1C91D99A7}">
      <dgm:prSet custT="1"/>
      <dgm:spPr/>
      <dgm:t>
        <a:bodyPr/>
        <a:lstStyle/>
        <a:p>
          <a:pPr algn="ctr" rtl="0"/>
          <a:r>
            <a:rPr lang="en-US" sz="1800" dirty="0"/>
            <a:t>X Factor – </a:t>
          </a:r>
          <a:r>
            <a:rPr lang="en-IN" sz="1800" dirty="0"/>
            <a:t>Test Preparation Effort Per FP </a:t>
          </a:r>
          <a:r>
            <a:rPr lang="en-US" sz="1800" dirty="0"/>
            <a:t>Normality Curve (Cycle-I)</a:t>
          </a:r>
        </a:p>
      </dgm:t>
    </dgm:pt>
    <dgm:pt modelId="{3D2ACDBF-98AB-44F3-B3E1-9FB48B8ACA07}" type="parTrans" cxnId="{D0116221-9E00-4AC0-A044-CAF9D6CDCE86}">
      <dgm:prSet/>
      <dgm:spPr/>
      <dgm:t>
        <a:bodyPr/>
        <a:lstStyle/>
        <a:p>
          <a:endParaRPr lang="en-IN"/>
        </a:p>
      </dgm:t>
    </dgm:pt>
    <dgm:pt modelId="{42B217F6-42E8-40B4-825E-43BE3C36509A}" type="sibTrans" cxnId="{D0116221-9E00-4AC0-A044-CAF9D6CDCE86}">
      <dgm:prSet/>
      <dgm:spPr/>
      <dgm:t>
        <a:bodyPr/>
        <a:lstStyle/>
        <a:p>
          <a:endParaRPr lang="en-IN"/>
        </a:p>
      </dgm:t>
    </dgm:pt>
    <dgm:pt modelId="{A603D701-7E15-49CE-A53A-340AD2494129}" type="pres">
      <dgm:prSet presAssocID="{83D43E8C-88FB-47E9-B143-88E8171E6393}" presName="linear" presStyleCnt="0">
        <dgm:presLayoutVars>
          <dgm:animLvl val="lvl"/>
          <dgm:resizeHandles val="exact"/>
        </dgm:presLayoutVars>
      </dgm:prSet>
      <dgm:spPr/>
    </dgm:pt>
    <dgm:pt modelId="{6E529890-DDA2-44E7-88E4-3322F2E096A2}" type="pres">
      <dgm:prSet presAssocID="{B8CEEF4E-CB73-4751-BA98-6BF1C91D99A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39570E3-C991-4ECD-9CD2-DD5B0C0D6480}" type="presOf" srcId="{B8CEEF4E-CB73-4751-BA98-6BF1C91D99A7}" destId="{6E529890-DDA2-44E7-88E4-3322F2E096A2}" srcOrd="0" destOrd="0" presId="urn:microsoft.com/office/officeart/2005/8/layout/vList2"/>
    <dgm:cxn modelId="{D0116221-9E00-4AC0-A044-CAF9D6CDCE86}" srcId="{83D43E8C-88FB-47E9-B143-88E8171E6393}" destId="{B8CEEF4E-CB73-4751-BA98-6BF1C91D99A7}" srcOrd="0" destOrd="0" parTransId="{3D2ACDBF-98AB-44F3-B3E1-9FB48B8ACA07}" sibTransId="{42B217F6-42E8-40B4-825E-43BE3C36509A}"/>
    <dgm:cxn modelId="{2DCE88C7-5263-4D55-A553-67A171DF9661}" type="presOf" srcId="{83D43E8C-88FB-47E9-B143-88E8171E6393}" destId="{A603D701-7E15-49CE-A53A-340AD2494129}" srcOrd="0" destOrd="0" presId="urn:microsoft.com/office/officeart/2005/8/layout/vList2"/>
    <dgm:cxn modelId="{3E69B363-2C5F-42DC-BDF3-FE33213D7D46}" type="presParOf" srcId="{A603D701-7E15-49CE-A53A-340AD2494129}" destId="{6E529890-DDA2-44E7-88E4-3322F2E096A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45660C07-DB2D-44E4-B49C-A55AB01C61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6719998-39F8-4FF3-AB9A-A75DFF9E114D}">
      <dgm:prSet/>
      <dgm:spPr/>
      <dgm:t>
        <a:bodyPr/>
        <a:lstStyle/>
        <a:p>
          <a:pPr algn="ctr" rtl="0"/>
          <a:r>
            <a:rPr lang="en-US" dirty="0"/>
            <a:t>X Factor – </a:t>
          </a:r>
          <a:r>
            <a:rPr lang="en-IN" dirty="0"/>
            <a:t>Test Preparation Effort Per FP </a:t>
          </a:r>
          <a:r>
            <a:rPr lang="en-US" dirty="0"/>
            <a:t>Control Chart (Cycle-1)</a:t>
          </a:r>
        </a:p>
      </dgm:t>
    </dgm:pt>
    <dgm:pt modelId="{D0A2E149-3E60-4111-8567-5045B7FD7EB0}" type="parTrans" cxnId="{9AE709E4-1665-4506-8B33-BB8A39B06FEB}">
      <dgm:prSet/>
      <dgm:spPr/>
      <dgm:t>
        <a:bodyPr/>
        <a:lstStyle/>
        <a:p>
          <a:endParaRPr lang="en-IN"/>
        </a:p>
      </dgm:t>
    </dgm:pt>
    <dgm:pt modelId="{0FCC0DAE-AADA-480B-8482-0A0EE5B24E3A}" type="sibTrans" cxnId="{9AE709E4-1665-4506-8B33-BB8A39B06FEB}">
      <dgm:prSet/>
      <dgm:spPr/>
      <dgm:t>
        <a:bodyPr/>
        <a:lstStyle/>
        <a:p>
          <a:endParaRPr lang="en-IN"/>
        </a:p>
      </dgm:t>
    </dgm:pt>
    <dgm:pt modelId="{B046E98D-1787-4649-8BED-F98C1C2833A7}" type="pres">
      <dgm:prSet presAssocID="{45660C07-DB2D-44E4-B49C-A55AB01C6148}" presName="linear" presStyleCnt="0">
        <dgm:presLayoutVars>
          <dgm:animLvl val="lvl"/>
          <dgm:resizeHandles val="exact"/>
        </dgm:presLayoutVars>
      </dgm:prSet>
      <dgm:spPr/>
    </dgm:pt>
    <dgm:pt modelId="{28AB8926-9F20-4D5F-B954-3C546DB43438}" type="pres">
      <dgm:prSet presAssocID="{D6719998-39F8-4FF3-AB9A-A75DFF9E114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23A0C79-E2C0-4CA0-95DC-7BC8457B9B43}" type="presOf" srcId="{D6719998-39F8-4FF3-AB9A-A75DFF9E114D}" destId="{28AB8926-9F20-4D5F-B954-3C546DB43438}" srcOrd="0" destOrd="0" presId="urn:microsoft.com/office/officeart/2005/8/layout/vList2"/>
    <dgm:cxn modelId="{DD6FDD98-7A38-4F32-90F1-548959820FB7}" type="presOf" srcId="{45660C07-DB2D-44E4-B49C-A55AB01C6148}" destId="{B046E98D-1787-4649-8BED-F98C1C2833A7}" srcOrd="0" destOrd="0" presId="urn:microsoft.com/office/officeart/2005/8/layout/vList2"/>
    <dgm:cxn modelId="{9AE709E4-1665-4506-8B33-BB8A39B06FEB}" srcId="{45660C07-DB2D-44E4-B49C-A55AB01C6148}" destId="{D6719998-39F8-4FF3-AB9A-A75DFF9E114D}" srcOrd="0" destOrd="0" parTransId="{D0A2E149-3E60-4111-8567-5045B7FD7EB0}" sibTransId="{0FCC0DAE-AADA-480B-8482-0A0EE5B24E3A}"/>
    <dgm:cxn modelId="{CFE3C01C-AC60-4611-97A1-9E5C2A036E9D}" type="presParOf" srcId="{B046E98D-1787-4649-8BED-F98C1C2833A7}" destId="{28AB8926-9F20-4D5F-B954-3C546DB434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063B4A80-53EB-45CD-A444-17430AD6453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06FAE41-FBAC-4656-9D1C-8A297A4E8BDB}">
      <dgm:prSet/>
      <dgm:spPr/>
      <dgm:t>
        <a:bodyPr/>
        <a:lstStyle/>
        <a:p>
          <a:pPr algn="ctr" rtl="0"/>
          <a:r>
            <a:rPr lang="en-US" dirty="0"/>
            <a:t>Data of  EV (Y) and its X Factors</a:t>
          </a:r>
        </a:p>
      </dgm:t>
    </dgm:pt>
    <dgm:pt modelId="{8405CF77-6C1C-4C68-9A87-083D5E43A6F0}" type="parTrans" cxnId="{C4BC5C6B-EAD6-4EDC-B184-BA75F7823C76}">
      <dgm:prSet/>
      <dgm:spPr/>
      <dgm:t>
        <a:bodyPr/>
        <a:lstStyle/>
        <a:p>
          <a:endParaRPr lang="en-IN"/>
        </a:p>
      </dgm:t>
    </dgm:pt>
    <dgm:pt modelId="{2E91C1ED-614E-4118-B3E7-67BB094BB3C2}" type="sibTrans" cxnId="{C4BC5C6B-EAD6-4EDC-B184-BA75F7823C76}">
      <dgm:prSet/>
      <dgm:spPr/>
      <dgm:t>
        <a:bodyPr/>
        <a:lstStyle/>
        <a:p>
          <a:endParaRPr lang="en-IN"/>
        </a:p>
      </dgm:t>
    </dgm:pt>
    <dgm:pt modelId="{5C8B101D-4C28-4A31-949E-D3EE66ED4DDD}" type="pres">
      <dgm:prSet presAssocID="{063B4A80-53EB-45CD-A444-17430AD64531}" presName="linear" presStyleCnt="0">
        <dgm:presLayoutVars>
          <dgm:animLvl val="lvl"/>
          <dgm:resizeHandles val="exact"/>
        </dgm:presLayoutVars>
      </dgm:prSet>
      <dgm:spPr/>
    </dgm:pt>
    <dgm:pt modelId="{9F271BA4-C1E7-4184-97EA-A2C1AA9504DB}" type="pres">
      <dgm:prSet presAssocID="{406FAE41-FBAC-4656-9D1C-8A297A4E8BD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C53D66E-09A2-4366-A750-D922CD6E3200}" type="presOf" srcId="{406FAE41-FBAC-4656-9D1C-8A297A4E8BDB}" destId="{9F271BA4-C1E7-4184-97EA-A2C1AA9504DB}" srcOrd="0" destOrd="0" presId="urn:microsoft.com/office/officeart/2005/8/layout/vList2"/>
    <dgm:cxn modelId="{C4BC5C6B-EAD6-4EDC-B184-BA75F7823C76}" srcId="{063B4A80-53EB-45CD-A444-17430AD64531}" destId="{406FAE41-FBAC-4656-9D1C-8A297A4E8BDB}" srcOrd="0" destOrd="0" parTransId="{8405CF77-6C1C-4C68-9A87-083D5E43A6F0}" sibTransId="{2E91C1ED-614E-4118-B3E7-67BB094BB3C2}"/>
    <dgm:cxn modelId="{84CB0D64-691F-4895-8A32-D4D974014168}" type="presOf" srcId="{063B4A80-53EB-45CD-A444-17430AD64531}" destId="{5C8B101D-4C28-4A31-949E-D3EE66ED4DDD}" srcOrd="0" destOrd="0" presId="urn:microsoft.com/office/officeart/2005/8/layout/vList2"/>
    <dgm:cxn modelId="{0496062E-5BD1-4AE9-8140-3E7F901BCAA1}" type="presParOf" srcId="{5C8B101D-4C28-4A31-949E-D3EE66ED4DDD}" destId="{9F271BA4-C1E7-4184-97EA-A2C1AA9504D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3DF9C627-AB6C-490F-884E-200A1A9078D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B7A8862-9902-4FEA-9529-85602B3B3B52}">
      <dgm:prSet/>
      <dgm:spPr/>
      <dgm:t>
        <a:bodyPr/>
        <a:lstStyle/>
        <a:p>
          <a:pPr rtl="0"/>
          <a:r>
            <a:rPr lang="en-US" dirty="0"/>
            <a:t>Regression Equation For Cycle 1 -Effort Variance</a:t>
          </a:r>
        </a:p>
      </dgm:t>
    </dgm:pt>
    <dgm:pt modelId="{299F2BE1-4FE6-479E-B72A-D21A21CA35BC}" type="parTrans" cxnId="{5B37E81E-5E9E-4439-AA22-068265B53ABD}">
      <dgm:prSet/>
      <dgm:spPr/>
      <dgm:t>
        <a:bodyPr/>
        <a:lstStyle/>
        <a:p>
          <a:endParaRPr lang="en-IN"/>
        </a:p>
      </dgm:t>
    </dgm:pt>
    <dgm:pt modelId="{705E96C7-77AB-4763-9C31-766615E3A1F7}" type="sibTrans" cxnId="{5B37E81E-5E9E-4439-AA22-068265B53ABD}">
      <dgm:prSet/>
      <dgm:spPr/>
      <dgm:t>
        <a:bodyPr/>
        <a:lstStyle/>
        <a:p>
          <a:endParaRPr lang="en-IN"/>
        </a:p>
      </dgm:t>
    </dgm:pt>
    <dgm:pt modelId="{4CAC36FD-CAFF-4DDF-B4D9-9D7DF417704A}" type="pres">
      <dgm:prSet presAssocID="{3DF9C627-AB6C-490F-884E-200A1A9078D8}" presName="linear" presStyleCnt="0">
        <dgm:presLayoutVars>
          <dgm:animLvl val="lvl"/>
          <dgm:resizeHandles val="exact"/>
        </dgm:presLayoutVars>
      </dgm:prSet>
      <dgm:spPr/>
    </dgm:pt>
    <dgm:pt modelId="{FD6383E5-D3C8-4307-9EC6-77D7625D063B}" type="pres">
      <dgm:prSet presAssocID="{0B7A8862-9902-4FEA-9529-85602B3B3B5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E042B3D-A76D-4F01-BF61-51A6F452295F}" type="presOf" srcId="{0B7A8862-9902-4FEA-9529-85602B3B3B52}" destId="{FD6383E5-D3C8-4307-9EC6-77D7625D063B}" srcOrd="0" destOrd="0" presId="urn:microsoft.com/office/officeart/2005/8/layout/vList2"/>
    <dgm:cxn modelId="{A9DBEEC1-5E95-4CAE-9A58-1F13A8C1B450}" type="presOf" srcId="{3DF9C627-AB6C-490F-884E-200A1A9078D8}" destId="{4CAC36FD-CAFF-4DDF-B4D9-9D7DF417704A}" srcOrd="0" destOrd="0" presId="urn:microsoft.com/office/officeart/2005/8/layout/vList2"/>
    <dgm:cxn modelId="{5B37E81E-5E9E-4439-AA22-068265B53ABD}" srcId="{3DF9C627-AB6C-490F-884E-200A1A9078D8}" destId="{0B7A8862-9902-4FEA-9529-85602B3B3B52}" srcOrd="0" destOrd="0" parTransId="{299F2BE1-4FE6-479E-B72A-D21A21CA35BC}" sibTransId="{705E96C7-77AB-4763-9C31-766615E3A1F7}"/>
    <dgm:cxn modelId="{462C8E94-97E3-4AA4-99B6-D68F2E98FDD3}" type="presParOf" srcId="{4CAC36FD-CAFF-4DDF-B4D9-9D7DF417704A}" destId="{FD6383E5-D3C8-4307-9EC6-77D7625D063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1A639A59-DD31-4E23-8E99-BD98ED2D685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3AD0234-73A6-44D2-8902-CBF039085989}">
      <dgm:prSet/>
      <dgm:spPr/>
      <dgm:t>
        <a:bodyPr/>
        <a:lstStyle/>
        <a:p>
          <a:pPr algn="ctr" rtl="0"/>
          <a:r>
            <a:rPr lang="en-US" dirty="0"/>
            <a:t>What if Analysis (Target of Effort variance Average is 15% and ST. Dev is 5%) </a:t>
          </a:r>
        </a:p>
        <a:p>
          <a:pPr algn="ctr" rtl="0"/>
          <a:r>
            <a:rPr lang="en-US" dirty="0"/>
            <a:t>EV = 0.475 - 0.154 RA/FP - 0.481 RA Review/FP</a:t>
          </a:r>
          <a:endParaRPr lang="en-IN" dirty="0"/>
        </a:p>
      </dgm:t>
    </dgm:pt>
    <dgm:pt modelId="{6E3AFAC7-F4E2-4D86-9E5E-D9F9D15C53C0}" type="parTrans" cxnId="{3B82D461-35EB-4EBD-921F-06F80C9748E5}">
      <dgm:prSet/>
      <dgm:spPr/>
      <dgm:t>
        <a:bodyPr/>
        <a:lstStyle/>
        <a:p>
          <a:pPr algn="ctr"/>
          <a:endParaRPr lang="en-IN"/>
        </a:p>
      </dgm:t>
    </dgm:pt>
    <dgm:pt modelId="{EE42C858-932C-4176-B3FD-DFC6A893EEC7}" type="sibTrans" cxnId="{3B82D461-35EB-4EBD-921F-06F80C9748E5}">
      <dgm:prSet/>
      <dgm:spPr/>
      <dgm:t>
        <a:bodyPr/>
        <a:lstStyle/>
        <a:p>
          <a:pPr algn="ctr"/>
          <a:endParaRPr lang="en-IN"/>
        </a:p>
      </dgm:t>
    </dgm:pt>
    <dgm:pt modelId="{B9D65FE7-4E7F-4DDD-95D2-41885D793B5D}" type="pres">
      <dgm:prSet presAssocID="{1A639A59-DD31-4E23-8E99-BD98ED2D6855}" presName="linear" presStyleCnt="0">
        <dgm:presLayoutVars>
          <dgm:animLvl val="lvl"/>
          <dgm:resizeHandles val="exact"/>
        </dgm:presLayoutVars>
      </dgm:prSet>
      <dgm:spPr/>
    </dgm:pt>
    <dgm:pt modelId="{E29C581C-168E-43F0-99B8-C4DE78081FA5}" type="pres">
      <dgm:prSet presAssocID="{73AD0234-73A6-44D2-8902-CBF03908598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CD9E1B2-4FF9-4282-B372-48C0F9CBE3AE}" type="presOf" srcId="{73AD0234-73A6-44D2-8902-CBF039085989}" destId="{E29C581C-168E-43F0-99B8-C4DE78081FA5}" srcOrd="0" destOrd="0" presId="urn:microsoft.com/office/officeart/2005/8/layout/vList2"/>
    <dgm:cxn modelId="{29AC2966-093D-46DC-A322-22BB8859C37C}" type="presOf" srcId="{1A639A59-DD31-4E23-8E99-BD98ED2D6855}" destId="{B9D65FE7-4E7F-4DDD-95D2-41885D793B5D}" srcOrd="0" destOrd="0" presId="urn:microsoft.com/office/officeart/2005/8/layout/vList2"/>
    <dgm:cxn modelId="{3B82D461-35EB-4EBD-921F-06F80C9748E5}" srcId="{1A639A59-DD31-4E23-8E99-BD98ED2D6855}" destId="{73AD0234-73A6-44D2-8902-CBF039085989}" srcOrd="0" destOrd="0" parTransId="{6E3AFAC7-F4E2-4D86-9E5E-D9F9D15C53C0}" sibTransId="{EE42C858-932C-4176-B3FD-DFC6A893EEC7}"/>
    <dgm:cxn modelId="{EA822AA3-D76A-4EEE-A9B9-535B4A14DB04}" type="presParOf" srcId="{B9D65FE7-4E7F-4DDD-95D2-41885D793B5D}" destId="{E29C581C-168E-43F0-99B8-C4DE78081FA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E2469149-0ACE-4BB7-8626-E3F01CE5A7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A5F8A00-427E-4656-A0F5-ED695389231A}">
      <dgm:prSet/>
      <dgm:spPr/>
      <dgm:t>
        <a:bodyPr/>
        <a:lstStyle/>
        <a:p>
          <a:pPr algn="ctr" rtl="0"/>
          <a:r>
            <a:rPr lang="en-US" dirty="0"/>
            <a:t>Effort variance reduction methodology</a:t>
          </a:r>
        </a:p>
      </dgm:t>
    </dgm:pt>
    <dgm:pt modelId="{4642250C-C52C-4C17-88D3-C13DA3037658}" type="parTrans" cxnId="{EC7FEB90-1077-4EE9-8CEF-1D4CBC52D7A0}">
      <dgm:prSet/>
      <dgm:spPr/>
      <dgm:t>
        <a:bodyPr/>
        <a:lstStyle/>
        <a:p>
          <a:endParaRPr lang="en-IN"/>
        </a:p>
      </dgm:t>
    </dgm:pt>
    <dgm:pt modelId="{867E3591-9D30-4F2B-AABD-4F6A6F2B59B9}" type="sibTrans" cxnId="{EC7FEB90-1077-4EE9-8CEF-1D4CBC52D7A0}">
      <dgm:prSet/>
      <dgm:spPr/>
      <dgm:t>
        <a:bodyPr/>
        <a:lstStyle/>
        <a:p>
          <a:endParaRPr lang="en-IN"/>
        </a:p>
      </dgm:t>
    </dgm:pt>
    <dgm:pt modelId="{B24420E8-8B2B-478C-9DE1-B5D4BFCFEB88}" type="pres">
      <dgm:prSet presAssocID="{E2469149-0ACE-4BB7-8626-E3F01CE5A7EF}" presName="linear" presStyleCnt="0">
        <dgm:presLayoutVars>
          <dgm:animLvl val="lvl"/>
          <dgm:resizeHandles val="exact"/>
        </dgm:presLayoutVars>
      </dgm:prSet>
      <dgm:spPr/>
    </dgm:pt>
    <dgm:pt modelId="{5E1AF0C5-DF98-4F6C-ACEA-3FC20E3C9EA3}" type="pres">
      <dgm:prSet presAssocID="{DA5F8A00-427E-4656-A0F5-ED695389231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E12E3AC-023C-4FBC-8D00-A132F52B5BB6}" type="presOf" srcId="{DA5F8A00-427E-4656-A0F5-ED695389231A}" destId="{5E1AF0C5-DF98-4F6C-ACEA-3FC20E3C9EA3}" srcOrd="0" destOrd="0" presId="urn:microsoft.com/office/officeart/2005/8/layout/vList2"/>
    <dgm:cxn modelId="{6EF1B526-66D4-417A-B3D0-90DDA81348CB}" type="presOf" srcId="{E2469149-0ACE-4BB7-8626-E3F01CE5A7EF}" destId="{B24420E8-8B2B-478C-9DE1-B5D4BFCFEB88}" srcOrd="0" destOrd="0" presId="urn:microsoft.com/office/officeart/2005/8/layout/vList2"/>
    <dgm:cxn modelId="{EC7FEB90-1077-4EE9-8CEF-1D4CBC52D7A0}" srcId="{E2469149-0ACE-4BB7-8626-E3F01CE5A7EF}" destId="{DA5F8A00-427E-4656-A0F5-ED695389231A}" srcOrd="0" destOrd="0" parTransId="{4642250C-C52C-4C17-88D3-C13DA3037658}" sibTransId="{867E3591-9D30-4F2B-AABD-4F6A6F2B59B9}"/>
    <dgm:cxn modelId="{C524DEB9-524A-4A7B-9ADC-30AA7563CE66}" type="presParOf" srcId="{B24420E8-8B2B-478C-9DE1-B5D4BFCFEB88}" destId="{5E1AF0C5-DF98-4F6C-ACEA-3FC20E3C9E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0.xml><?xml version="1.0" encoding="utf-8"?>
<dgm:dataModel xmlns:dgm="http://schemas.openxmlformats.org/drawingml/2006/diagram" xmlns:a="http://schemas.openxmlformats.org/drawingml/2006/main">
  <dgm:ptLst>
    <dgm:pt modelId="{F3D43783-D64C-40AB-B8A0-DFF0299DDB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FF4CA10-BBD7-472A-A5A7-0A2A2E336385}">
      <dgm:prSet/>
      <dgm:spPr/>
      <dgm:t>
        <a:bodyPr/>
        <a:lstStyle/>
        <a:p>
          <a:pPr algn="ctr" rtl="0"/>
          <a:r>
            <a:rPr lang="en-US" dirty="0"/>
            <a:t>Data of  Cycle Time(Y) and its X Factors</a:t>
          </a:r>
        </a:p>
      </dgm:t>
    </dgm:pt>
    <dgm:pt modelId="{199F84E4-FD1A-4616-8EBE-6AAB03A72BB5}" type="parTrans" cxnId="{D9429FC6-F9FA-4429-8084-472C1695D5BF}">
      <dgm:prSet/>
      <dgm:spPr/>
      <dgm:t>
        <a:bodyPr/>
        <a:lstStyle/>
        <a:p>
          <a:endParaRPr lang="en-IN"/>
        </a:p>
      </dgm:t>
    </dgm:pt>
    <dgm:pt modelId="{1848A3C8-02E0-4039-980A-D064109E06FE}" type="sibTrans" cxnId="{D9429FC6-F9FA-4429-8084-472C1695D5BF}">
      <dgm:prSet/>
      <dgm:spPr/>
      <dgm:t>
        <a:bodyPr/>
        <a:lstStyle/>
        <a:p>
          <a:endParaRPr lang="en-IN"/>
        </a:p>
      </dgm:t>
    </dgm:pt>
    <dgm:pt modelId="{EA7D8294-A466-4750-9B2B-CC30D927C3EB}" type="pres">
      <dgm:prSet presAssocID="{F3D43783-D64C-40AB-B8A0-DFF0299DDBA4}" presName="linear" presStyleCnt="0">
        <dgm:presLayoutVars>
          <dgm:animLvl val="lvl"/>
          <dgm:resizeHandles val="exact"/>
        </dgm:presLayoutVars>
      </dgm:prSet>
      <dgm:spPr/>
    </dgm:pt>
    <dgm:pt modelId="{FAD759BF-8F18-40C4-BD45-8F921003D1DC}" type="pres">
      <dgm:prSet presAssocID="{AFF4CA10-BBD7-472A-A5A7-0A2A2E33638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9429FC6-F9FA-4429-8084-472C1695D5BF}" srcId="{F3D43783-D64C-40AB-B8A0-DFF0299DDBA4}" destId="{AFF4CA10-BBD7-472A-A5A7-0A2A2E336385}" srcOrd="0" destOrd="0" parTransId="{199F84E4-FD1A-4616-8EBE-6AAB03A72BB5}" sibTransId="{1848A3C8-02E0-4039-980A-D064109E06FE}"/>
    <dgm:cxn modelId="{22B2B466-5BA3-4923-BD65-594D57B43529}" type="presOf" srcId="{F3D43783-D64C-40AB-B8A0-DFF0299DDBA4}" destId="{EA7D8294-A466-4750-9B2B-CC30D927C3EB}" srcOrd="0" destOrd="0" presId="urn:microsoft.com/office/officeart/2005/8/layout/vList2"/>
    <dgm:cxn modelId="{86D345EC-D46C-45EF-BB97-35D4AD3FFE43}" type="presOf" srcId="{AFF4CA10-BBD7-472A-A5A7-0A2A2E336385}" destId="{FAD759BF-8F18-40C4-BD45-8F921003D1DC}" srcOrd="0" destOrd="0" presId="urn:microsoft.com/office/officeart/2005/8/layout/vList2"/>
    <dgm:cxn modelId="{9E1F3F8B-36D9-43ED-9EFB-AF62295CBF62}" type="presParOf" srcId="{EA7D8294-A466-4750-9B2B-CC30D927C3EB}" destId="{FAD759BF-8F18-40C4-BD45-8F921003D1D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1.xml><?xml version="1.0" encoding="utf-8"?>
<dgm:dataModel xmlns:dgm="http://schemas.openxmlformats.org/drawingml/2006/diagram" xmlns:a="http://schemas.openxmlformats.org/drawingml/2006/main">
  <dgm:ptLst>
    <dgm:pt modelId="{1075A72C-573F-4B8E-A710-8DB15F776B9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B82403A-4189-473B-87E1-3600118E7138}">
      <dgm:prSet/>
      <dgm:spPr/>
      <dgm:t>
        <a:bodyPr/>
        <a:lstStyle/>
        <a:p>
          <a:pPr algn="ctr" rtl="0"/>
          <a:r>
            <a:rPr lang="en-US" dirty="0"/>
            <a:t>Regression Equation For Cycle 1 – Cycle Time</a:t>
          </a:r>
        </a:p>
      </dgm:t>
    </dgm:pt>
    <dgm:pt modelId="{812948D5-D962-4FC6-8471-885C82FAAE5C}" type="parTrans" cxnId="{765D4845-781F-43A7-A77D-72FBB283049E}">
      <dgm:prSet/>
      <dgm:spPr/>
      <dgm:t>
        <a:bodyPr/>
        <a:lstStyle/>
        <a:p>
          <a:endParaRPr lang="en-IN"/>
        </a:p>
      </dgm:t>
    </dgm:pt>
    <dgm:pt modelId="{0D2B4390-668F-4CAF-A273-5574D394C448}" type="sibTrans" cxnId="{765D4845-781F-43A7-A77D-72FBB283049E}">
      <dgm:prSet/>
      <dgm:spPr/>
      <dgm:t>
        <a:bodyPr/>
        <a:lstStyle/>
        <a:p>
          <a:endParaRPr lang="en-IN"/>
        </a:p>
      </dgm:t>
    </dgm:pt>
    <dgm:pt modelId="{B6DD8F71-03B0-419D-9453-2E8D98087CB6}" type="pres">
      <dgm:prSet presAssocID="{1075A72C-573F-4B8E-A710-8DB15F776B9D}" presName="linear" presStyleCnt="0">
        <dgm:presLayoutVars>
          <dgm:animLvl val="lvl"/>
          <dgm:resizeHandles val="exact"/>
        </dgm:presLayoutVars>
      </dgm:prSet>
      <dgm:spPr/>
    </dgm:pt>
    <dgm:pt modelId="{21EC65BF-7838-48C0-AA6B-919FDE08622F}" type="pres">
      <dgm:prSet presAssocID="{6B82403A-4189-473B-87E1-3600118E713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18FCFEB-9C3A-4145-A4E1-790FAC42F85E}" type="presOf" srcId="{6B82403A-4189-473B-87E1-3600118E7138}" destId="{21EC65BF-7838-48C0-AA6B-919FDE08622F}" srcOrd="0" destOrd="0" presId="urn:microsoft.com/office/officeart/2005/8/layout/vList2"/>
    <dgm:cxn modelId="{765D4845-781F-43A7-A77D-72FBB283049E}" srcId="{1075A72C-573F-4B8E-A710-8DB15F776B9D}" destId="{6B82403A-4189-473B-87E1-3600118E7138}" srcOrd="0" destOrd="0" parTransId="{812948D5-D962-4FC6-8471-885C82FAAE5C}" sibTransId="{0D2B4390-668F-4CAF-A273-5574D394C448}"/>
    <dgm:cxn modelId="{6F2E659F-9000-4289-B152-238906DD46F5}" type="presOf" srcId="{1075A72C-573F-4B8E-A710-8DB15F776B9D}" destId="{B6DD8F71-03B0-419D-9453-2E8D98087CB6}" srcOrd="0" destOrd="0" presId="urn:microsoft.com/office/officeart/2005/8/layout/vList2"/>
    <dgm:cxn modelId="{A44FAF5A-3C56-48F9-91AE-B53DF7DDDEE7}" type="presParOf" srcId="{B6DD8F71-03B0-419D-9453-2E8D98087CB6}" destId="{21EC65BF-7838-48C0-AA6B-919FDE08622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2.xml><?xml version="1.0" encoding="utf-8"?>
<dgm:dataModel xmlns:dgm="http://schemas.openxmlformats.org/drawingml/2006/diagram" xmlns:a="http://schemas.openxmlformats.org/drawingml/2006/main">
  <dgm:ptLst>
    <dgm:pt modelId="{99C3EDAC-A808-43C0-B3DB-4C06D20AB3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A279ECF0-FF8F-44AB-ABB8-999F2E41ACC5}">
      <dgm:prSet/>
      <dgm:spPr/>
      <dgm:t>
        <a:bodyPr/>
        <a:lstStyle/>
        <a:p>
          <a:pPr algn="ctr" rtl="0"/>
          <a:r>
            <a:rPr lang="en-US" dirty="0"/>
            <a:t>What if Analysis (Target of Cycle Time 7) </a:t>
          </a:r>
        </a:p>
        <a:p>
          <a:pPr algn="ctr" rtl="0"/>
          <a:r>
            <a:rPr lang="en-IN" dirty="0"/>
            <a:t>Cycle Time(Hours)/FP = 21.8 - 2.12 Coding - 3.78 Test Preparation</a:t>
          </a:r>
          <a:endParaRPr lang="en-US" dirty="0"/>
        </a:p>
      </dgm:t>
    </dgm:pt>
    <dgm:pt modelId="{416F330E-4B8F-4525-AF90-7D3DE4E03759}" type="parTrans" cxnId="{A296CA41-6C33-4F44-AE25-84B7B0C66987}">
      <dgm:prSet/>
      <dgm:spPr/>
      <dgm:t>
        <a:bodyPr/>
        <a:lstStyle/>
        <a:p>
          <a:pPr algn="ctr"/>
          <a:endParaRPr lang="en-IN"/>
        </a:p>
      </dgm:t>
    </dgm:pt>
    <dgm:pt modelId="{77F91744-E0B6-4A3F-82F7-302D59C409BB}" type="sibTrans" cxnId="{A296CA41-6C33-4F44-AE25-84B7B0C66987}">
      <dgm:prSet/>
      <dgm:spPr/>
      <dgm:t>
        <a:bodyPr/>
        <a:lstStyle/>
        <a:p>
          <a:pPr algn="ctr"/>
          <a:endParaRPr lang="en-IN"/>
        </a:p>
      </dgm:t>
    </dgm:pt>
    <dgm:pt modelId="{86316E5B-6604-4839-A477-2754B78A1FB1}" type="pres">
      <dgm:prSet presAssocID="{99C3EDAC-A808-43C0-B3DB-4C06D20AB365}" presName="linear" presStyleCnt="0">
        <dgm:presLayoutVars>
          <dgm:animLvl val="lvl"/>
          <dgm:resizeHandles val="exact"/>
        </dgm:presLayoutVars>
      </dgm:prSet>
      <dgm:spPr/>
    </dgm:pt>
    <dgm:pt modelId="{8DDA0223-F7E1-4331-9C17-6002AA4B4CD3}" type="pres">
      <dgm:prSet presAssocID="{A279ECF0-FF8F-44AB-ABB8-999F2E41ACC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F9C744D-B99A-453F-8440-530B31B637AF}" type="presOf" srcId="{A279ECF0-FF8F-44AB-ABB8-999F2E41ACC5}" destId="{8DDA0223-F7E1-4331-9C17-6002AA4B4CD3}" srcOrd="0" destOrd="0" presId="urn:microsoft.com/office/officeart/2005/8/layout/vList2"/>
    <dgm:cxn modelId="{5FAB1F8E-DD2D-4ED3-ACFC-CFBCC8DFC364}" type="presOf" srcId="{99C3EDAC-A808-43C0-B3DB-4C06D20AB365}" destId="{86316E5B-6604-4839-A477-2754B78A1FB1}" srcOrd="0" destOrd="0" presId="urn:microsoft.com/office/officeart/2005/8/layout/vList2"/>
    <dgm:cxn modelId="{A296CA41-6C33-4F44-AE25-84B7B0C66987}" srcId="{99C3EDAC-A808-43C0-B3DB-4C06D20AB365}" destId="{A279ECF0-FF8F-44AB-ABB8-999F2E41ACC5}" srcOrd="0" destOrd="0" parTransId="{416F330E-4B8F-4525-AF90-7D3DE4E03759}" sibTransId="{77F91744-E0B6-4A3F-82F7-302D59C409BB}"/>
    <dgm:cxn modelId="{E2C9E471-F5F6-467F-B149-F457D8F55C20}" type="presParOf" srcId="{86316E5B-6604-4839-A477-2754B78A1FB1}" destId="{8DDA0223-F7E1-4331-9C17-6002AA4B4CD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3.xml><?xml version="1.0" encoding="utf-8"?>
<dgm:dataModel xmlns:dgm="http://schemas.openxmlformats.org/drawingml/2006/diagram" xmlns:a="http://schemas.openxmlformats.org/drawingml/2006/main">
  <dgm:ptLst>
    <dgm:pt modelId="{81574D20-C778-48E9-A626-4C09ACBB874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8A1FED3-740C-40C9-AF3A-552F7921B192}">
      <dgm:prSet/>
      <dgm:spPr/>
      <dgm:t>
        <a:bodyPr/>
        <a:lstStyle/>
        <a:p>
          <a:pPr algn="ctr" rtl="0"/>
          <a:r>
            <a:rPr lang="en-US" dirty="0"/>
            <a:t>Cycle Time Reduction Methodology</a:t>
          </a:r>
        </a:p>
      </dgm:t>
    </dgm:pt>
    <dgm:pt modelId="{A6AFB13A-C299-4E9A-A7BB-F270689F1F0A}" type="parTrans" cxnId="{BE793B7E-5239-43FC-860A-FFD1D175F26C}">
      <dgm:prSet/>
      <dgm:spPr/>
      <dgm:t>
        <a:bodyPr/>
        <a:lstStyle/>
        <a:p>
          <a:endParaRPr lang="en-IN"/>
        </a:p>
      </dgm:t>
    </dgm:pt>
    <dgm:pt modelId="{C1847E87-0B53-4823-AB1B-4E756774C798}" type="sibTrans" cxnId="{BE793B7E-5239-43FC-860A-FFD1D175F26C}">
      <dgm:prSet/>
      <dgm:spPr/>
      <dgm:t>
        <a:bodyPr/>
        <a:lstStyle/>
        <a:p>
          <a:endParaRPr lang="en-IN"/>
        </a:p>
      </dgm:t>
    </dgm:pt>
    <dgm:pt modelId="{FC9678B0-00DB-49DB-87CE-6C8B3A41A3AF}" type="pres">
      <dgm:prSet presAssocID="{81574D20-C778-48E9-A626-4C09ACBB8746}" presName="linear" presStyleCnt="0">
        <dgm:presLayoutVars>
          <dgm:animLvl val="lvl"/>
          <dgm:resizeHandles val="exact"/>
        </dgm:presLayoutVars>
      </dgm:prSet>
      <dgm:spPr/>
    </dgm:pt>
    <dgm:pt modelId="{4E0BC13B-3A13-4EFA-BC55-7D688BF688E9}" type="pres">
      <dgm:prSet presAssocID="{D8A1FED3-740C-40C9-AF3A-552F7921B19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D3D0648-2061-4597-B92B-4616139F0AE0}" type="presOf" srcId="{81574D20-C778-48E9-A626-4C09ACBB8746}" destId="{FC9678B0-00DB-49DB-87CE-6C8B3A41A3AF}" srcOrd="0" destOrd="0" presId="urn:microsoft.com/office/officeart/2005/8/layout/vList2"/>
    <dgm:cxn modelId="{A2F61966-DD19-4BEC-97BA-E939A534B026}" type="presOf" srcId="{D8A1FED3-740C-40C9-AF3A-552F7921B192}" destId="{4E0BC13B-3A13-4EFA-BC55-7D688BF688E9}" srcOrd="0" destOrd="0" presId="urn:microsoft.com/office/officeart/2005/8/layout/vList2"/>
    <dgm:cxn modelId="{BE793B7E-5239-43FC-860A-FFD1D175F26C}" srcId="{81574D20-C778-48E9-A626-4C09ACBB8746}" destId="{D8A1FED3-740C-40C9-AF3A-552F7921B192}" srcOrd="0" destOrd="0" parTransId="{A6AFB13A-C299-4E9A-A7BB-F270689F1F0A}" sibTransId="{C1847E87-0B53-4823-AB1B-4E756774C798}"/>
    <dgm:cxn modelId="{01511BD0-A257-49BF-9F44-A3EAA7E17B29}" type="presParOf" srcId="{FC9678B0-00DB-49DB-87CE-6C8B3A41A3AF}" destId="{4E0BC13B-3A13-4EFA-BC55-7D688BF688E9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4.xml><?xml version="1.0" encoding="utf-8"?>
<dgm:dataModel xmlns:dgm="http://schemas.openxmlformats.org/drawingml/2006/diagram" xmlns:a="http://schemas.openxmlformats.org/drawingml/2006/main">
  <dgm:ptLst>
    <dgm:pt modelId="{660D50DD-8F01-44D2-8723-4F396352EE0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41D1B82-7417-4296-A6FA-D1AC0025788C}">
      <dgm:prSet/>
      <dgm:spPr/>
      <dgm:t>
        <a:bodyPr/>
        <a:lstStyle/>
        <a:p>
          <a:pPr algn="ctr" rtl="0"/>
          <a:r>
            <a:rPr lang="en-US" dirty="0"/>
            <a:t>Data for PMIS – Cycle II</a:t>
          </a:r>
        </a:p>
      </dgm:t>
    </dgm:pt>
    <dgm:pt modelId="{A9A686BE-46C2-4107-87E6-AF543C655BA4}" type="parTrans" cxnId="{2FF23F70-8699-4253-ADC9-8ACA745BD565}">
      <dgm:prSet/>
      <dgm:spPr/>
      <dgm:t>
        <a:bodyPr/>
        <a:lstStyle/>
        <a:p>
          <a:endParaRPr lang="en-IN"/>
        </a:p>
      </dgm:t>
    </dgm:pt>
    <dgm:pt modelId="{BFB86675-E11B-404E-9B17-62B6ACDD8DED}" type="sibTrans" cxnId="{2FF23F70-8699-4253-ADC9-8ACA745BD565}">
      <dgm:prSet/>
      <dgm:spPr/>
      <dgm:t>
        <a:bodyPr/>
        <a:lstStyle/>
        <a:p>
          <a:endParaRPr lang="en-IN"/>
        </a:p>
      </dgm:t>
    </dgm:pt>
    <dgm:pt modelId="{31F71B84-0658-4330-8085-F97F17172459}" type="pres">
      <dgm:prSet presAssocID="{660D50DD-8F01-44D2-8723-4F396352EE08}" presName="linear" presStyleCnt="0">
        <dgm:presLayoutVars>
          <dgm:animLvl val="lvl"/>
          <dgm:resizeHandles val="exact"/>
        </dgm:presLayoutVars>
      </dgm:prSet>
      <dgm:spPr/>
    </dgm:pt>
    <dgm:pt modelId="{C166FC38-60BB-4B70-88CB-2DD3C413BBA2}" type="pres">
      <dgm:prSet presAssocID="{E41D1B82-7417-4296-A6FA-D1AC0025788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7234922-88FC-4706-B4EC-49702F1C8ED6}" type="presOf" srcId="{E41D1B82-7417-4296-A6FA-D1AC0025788C}" destId="{C166FC38-60BB-4B70-88CB-2DD3C413BBA2}" srcOrd="0" destOrd="0" presId="urn:microsoft.com/office/officeart/2005/8/layout/vList2"/>
    <dgm:cxn modelId="{2FF359C5-AE3C-48DE-BCC3-27C8381781E9}" type="presOf" srcId="{660D50DD-8F01-44D2-8723-4F396352EE08}" destId="{31F71B84-0658-4330-8085-F97F17172459}" srcOrd="0" destOrd="0" presId="urn:microsoft.com/office/officeart/2005/8/layout/vList2"/>
    <dgm:cxn modelId="{2FF23F70-8699-4253-ADC9-8ACA745BD565}" srcId="{660D50DD-8F01-44D2-8723-4F396352EE08}" destId="{E41D1B82-7417-4296-A6FA-D1AC0025788C}" srcOrd="0" destOrd="0" parTransId="{A9A686BE-46C2-4107-87E6-AF543C655BA4}" sibTransId="{BFB86675-E11B-404E-9B17-62B6ACDD8DED}"/>
    <dgm:cxn modelId="{27EE63D0-4A02-4F9B-8AD7-FB6D62BCD946}" type="presParOf" srcId="{31F71B84-0658-4330-8085-F97F17172459}" destId="{C166FC38-60BB-4B70-88CB-2DD3C413BBA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5.xml><?xml version="1.0" encoding="utf-8"?>
<dgm:dataModel xmlns:dgm="http://schemas.openxmlformats.org/drawingml/2006/diagram" xmlns:a="http://schemas.openxmlformats.org/drawingml/2006/main">
  <dgm:ptLst>
    <dgm:pt modelId="{06BE8713-D912-4520-B6E3-C05FBD2F748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FEC6218-C97D-4CC8-8FE2-13FEDE2F8442}">
      <dgm:prSet/>
      <dgm:spPr/>
      <dgm:t>
        <a:bodyPr/>
        <a:lstStyle/>
        <a:p>
          <a:pPr algn="ctr" rtl="0"/>
          <a:r>
            <a:rPr lang="en-US" dirty="0"/>
            <a:t>Y factors –PMIS Cycle II</a:t>
          </a:r>
        </a:p>
      </dgm:t>
    </dgm:pt>
    <dgm:pt modelId="{535B9395-3B83-4547-AB59-17B7594E5A41}" type="parTrans" cxnId="{4E592149-4D90-430C-9EDE-BDAC8238E511}">
      <dgm:prSet/>
      <dgm:spPr/>
      <dgm:t>
        <a:bodyPr/>
        <a:lstStyle/>
        <a:p>
          <a:pPr algn="ctr"/>
          <a:endParaRPr lang="en-IN"/>
        </a:p>
      </dgm:t>
    </dgm:pt>
    <dgm:pt modelId="{D7A87D8F-7BDE-4864-B7EC-DF5398980527}" type="sibTrans" cxnId="{4E592149-4D90-430C-9EDE-BDAC8238E511}">
      <dgm:prSet/>
      <dgm:spPr/>
      <dgm:t>
        <a:bodyPr/>
        <a:lstStyle/>
        <a:p>
          <a:pPr algn="ctr"/>
          <a:endParaRPr lang="en-IN"/>
        </a:p>
      </dgm:t>
    </dgm:pt>
    <dgm:pt modelId="{59A3B295-3CEA-4159-A4ED-2072C21E9E86}" type="pres">
      <dgm:prSet presAssocID="{06BE8713-D912-4520-B6E3-C05FBD2F748E}" presName="linear" presStyleCnt="0">
        <dgm:presLayoutVars>
          <dgm:animLvl val="lvl"/>
          <dgm:resizeHandles val="exact"/>
        </dgm:presLayoutVars>
      </dgm:prSet>
      <dgm:spPr/>
    </dgm:pt>
    <dgm:pt modelId="{38F915C5-7BBF-4ACF-89E5-A7279E1CCF67}" type="pres">
      <dgm:prSet presAssocID="{7FEC6218-C97D-4CC8-8FE2-13FEDE2F844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BF4EF2D-B655-416A-BBB5-F125A9A5B4A5}" type="presOf" srcId="{06BE8713-D912-4520-B6E3-C05FBD2F748E}" destId="{59A3B295-3CEA-4159-A4ED-2072C21E9E86}" srcOrd="0" destOrd="0" presId="urn:microsoft.com/office/officeart/2005/8/layout/vList2"/>
    <dgm:cxn modelId="{3A8CD918-8EC4-452E-AE76-D5B8E51EA5D3}" type="presOf" srcId="{7FEC6218-C97D-4CC8-8FE2-13FEDE2F8442}" destId="{38F915C5-7BBF-4ACF-89E5-A7279E1CCF67}" srcOrd="0" destOrd="0" presId="urn:microsoft.com/office/officeart/2005/8/layout/vList2"/>
    <dgm:cxn modelId="{4E592149-4D90-430C-9EDE-BDAC8238E511}" srcId="{06BE8713-D912-4520-B6E3-C05FBD2F748E}" destId="{7FEC6218-C97D-4CC8-8FE2-13FEDE2F8442}" srcOrd="0" destOrd="0" parTransId="{535B9395-3B83-4547-AB59-17B7594E5A41}" sibTransId="{D7A87D8F-7BDE-4864-B7EC-DF5398980527}"/>
    <dgm:cxn modelId="{7887AFE3-B7C2-4F10-81A1-61E12B52D163}" type="presParOf" srcId="{59A3B295-3CEA-4159-A4ED-2072C21E9E86}" destId="{38F915C5-7BBF-4ACF-89E5-A7279E1CCF6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6.xml><?xml version="1.0" encoding="utf-8"?>
<dgm:dataModel xmlns:dgm="http://schemas.openxmlformats.org/drawingml/2006/diagram" xmlns:a="http://schemas.openxmlformats.org/drawingml/2006/main">
  <dgm:ptLst>
    <dgm:pt modelId="{AB5ED021-2D1C-4E58-A9B2-BEDCFD00F47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8515919-9006-4F7F-A33D-7D55BE192B73}">
      <dgm:prSet/>
      <dgm:spPr/>
      <dgm:t>
        <a:bodyPr/>
        <a:lstStyle/>
        <a:p>
          <a:pPr algn="ctr" rtl="0"/>
          <a:r>
            <a:rPr lang="en-US" dirty="0"/>
            <a:t>X Factors – PMIS Cycle II</a:t>
          </a:r>
        </a:p>
      </dgm:t>
    </dgm:pt>
    <dgm:pt modelId="{C85BDC7B-B0E0-447F-83B6-781082329F59}" type="parTrans" cxnId="{F141DD82-18CD-4F7F-B0C8-D6DBF9F6C617}">
      <dgm:prSet/>
      <dgm:spPr/>
      <dgm:t>
        <a:bodyPr/>
        <a:lstStyle/>
        <a:p>
          <a:endParaRPr lang="en-IN"/>
        </a:p>
      </dgm:t>
    </dgm:pt>
    <dgm:pt modelId="{2B550D78-EB71-4B4F-B4E5-4D1CA2301469}" type="sibTrans" cxnId="{F141DD82-18CD-4F7F-B0C8-D6DBF9F6C617}">
      <dgm:prSet/>
      <dgm:spPr/>
      <dgm:t>
        <a:bodyPr/>
        <a:lstStyle/>
        <a:p>
          <a:endParaRPr lang="en-IN"/>
        </a:p>
      </dgm:t>
    </dgm:pt>
    <dgm:pt modelId="{5CCF3FAC-E1D3-4B35-AB3E-9442F089EB50}" type="pres">
      <dgm:prSet presAssocID="{AB5ED021-2D1C-4E58-A9B2-BEDCFD00F479}" presName="linear" presStyleCnt="0">
        <dgm:presLayoutVars>
          <dgm:animLvl val="lvl"/>
          <dgm:resizeHandles val="exact"/>
        </dgm:presLayoutVars>
      </dgm:prSet>
      <dgm:spPr/>
    </dgm:pt>
    <dgm:pt modelId="{0D559BF1-3FDC-4783-9655-08072172DDE3}" type="pres">
      <dgm:prSet presAssocID="{C8515919-9006-4F7F-A33D-7D55BE192B7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ADF60A0-2989-412D-B578-CA8EF108AA55}" type="presOf" srcId="{C8515919-9006-4F7F-A33D-7D55BE192B73}" destId="{0D559BF1-3FDC-4783-9655-08072172DDE3}" srcOrd="0" destOrd="0" presId="urn:microsoft.com/office/officeart/2005/8/layout/vList2"/>
    <dgm:cxn modelId="{E190DD9A-5BC6-4B1C-899A-5342845D2383}" type="presOf" srcId="{AB5ED021-2D1C-4E58-A9B2-BEDCFD00F479}" destId="{5CCF3FAC-E1D3-4B35-AB3E-9442F089EB50}" srcOrd="0" destOrd="0" presId="urn:microsoft.com/office/officeart/2005/8/layout/vList2"/>
    <dgm:cxn modelId="{F141DD82-18CD-4F7F-B0C8-D6DBF9F6C617}" srcId="{AB5ED021-2D1C-4E58-A9B2-BEDCFD00F479}" destId="{C8515919-9006-4F7F-A33D-7D55BE192B73}" srcOrd="0" destOrd="0" parTransId="{C85BDC7B-B0E0-447F-83B6-781082329F59}" sibTransId="{2B550D78-EB71-4B4F-B4E5-4D1CA2301469}"/>
    <dgm:cxn modelId="{075BDA90-DC25-42D5-87FA-82B17282B83C}" type="presParOf" srcId="{5CCF3FAC-E1D3-4B35-AB3E-9442F089EB50}" destId="{0D559BF1-3FDC-4783-9655-08072172DDE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7.xml><?xml version="1.0" encoding="utf-8"?>
<dgm:dataModel xmlns:dgm="http://schemas.openxmlformats.org/drawingml/2006/diagram" xmlns:a="http://schemas.openxmlformats.org/drawingml/2006/main">
  <dgm:ptLst>
    <dgm:pt modelId="{C7BE9733-1695-4873-991E-16FA1A1FF85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587FA49-AA98-4FCC-AA2D-469C30C70A6B}">
      <dgm:prSet/>
      <dgm:spPr/>
      <dgm:t>
        <a:bodyPr/>
        <a:lstStyle/>
        <a:p>
          <a:pPr algn="ctr" rtl="0"/>
          <a:r>
            <a:rPr lang="en-US" dirty="0"/>
            <a:t>Data of  EV (Y) and its X Factors for Cycle-II</a:t>
          </a:r>
        </a:p>
      </dgm:t>
    </dgm:pt>
    <dgm:pt modelId="{FF5CBC80-324A-4FA0-AD1B-3ED77B600769}" type="parTrans" cxnId="{D15AE4FB-71FB-43C0-8083-22EB57AE45BC}">
      <dgm:prSet/>
      <dgm:spPr/>
      <dgm:t>
        <a:bodyPr/>
        <a:lstStyle/>
        <a:p>
          <a:endParaRPr lang="en-IN"/>
        </a:p>
      </dgm:t>
    </dgm:pt>
    <dgm:pt modelId="{64605FA1-7260-4480-8309-3B799BF02E69}" type="sibTrans" cxnId="{D15AE4FB-71FB-43C0-8083-22EB57AE45BC}">
      <dgm:prSet/>
      <dgm:spPr/>
      <dgm:t>
        <a:bodyPr/>
        <a:lstStyle/>
        <a:p>
          <a:endParaRPr lang="en-IN"/>
        </a:p>
      </dgm:t>
    </dgm:pt>
    <dgm:pt modelId="{4484FF51-1A21-4B30-B224-B4EE2CD749E7}" type="pres">
      <dgm:prSet presAssocID="{C7BE9733-1695-4873-991E-16FA1A1FF85B}" presName="linear" presStyleCnt="0">
        <dgm:presLayoutVars>
          <dgm:animLvl val="lvl"/>
          <dgm:resizeHandles val="exact"/>
        </dgm:presLayoutVars>
      </dgm:prSet>
      <dgm:spPr/>
    </dgm:pt>
    <dgm:pt modelId="{64FE0498-4A83-4107-B1A3-DE911F485C4E}" type="pres">
      <dgm:prSet presAssocID="{1587FA49-AA98-4FCC-AA2D-469C30C70A6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1A20723-6926-4DA4-B11E-D4D953996FF1}" type="presOf" srcId="{C7BE9733-1695-4873-991E-16FA1A1FF85B}" destId="{4484FF51-1A21-4B30-B224-B4EE2CD749E7}" srcOrd="0" destOrd="0" presId="urn:microsoft.com/office/officeart/2005/8/layout/vList2"/>
    <dgm:cxn modelId="{C7E63C32-21B9-4FF7-A3A6-757C9D41E2E5}" type="presOf" srcId="{1587FA49-AA98-4FCC-AA2D-469C30C70A6B}" destId="{64FE0498-4A83-4107-B1A3-DE911F485C4E}" srcOrd="0" destOrd="0" presId="urn:microsoft.com/office/officeart/2005/8/layout/vList2"/>
    <dgm:cxn modelId="{D15AE4FB-71FB-43C0-8083-22EB57AE45BC}" srcId="{C7BE9733-1695-4873-991E-16FA1A1FF85B}" destId="{1587FA49-AA98-4FCC-AA2D-469C30C70A6B}" srcOrd="0" destOrd="0" parTransId="{FF5CBC80-324A-4FA0-AD1B-3ED77B600769}" sibTransId="{64605FA1-7260-4480-8309-3B799BF02E69}"/>
    <dgm:cxn modelId="{747948E8-58D5-40BB-A8EA-752A0F325E23}" type="presParOf" srcId="{4484FF51-1A21-4B30-B224-B4EE2CD749E7}" destId="{64FE0498-4A83-4107-B1A3-DE911F485C4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8.xml><?xml version="1.0" encoding="utf-8"?>
<dgm:dataModel xmlns:dgm="http://schemas.openxmlformats.org/drawingml/2006/diagram" xmlns:a="http://schemas.openxmlformats.org/drawingml/2006/main">
  <dgm:ptLst>
    <dgm:pt modelId="{6916CC2A-8266-402D-A023-FD3C02A262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9DC7418-A74B-4BC9-B67B-94945595CF5B}">
      <dgm:prSet/>
      <dgm:spPr/>
      <dgm:t>
        <a:bodyPr/>
        <a:lstStyle/>
        <a:p>
          <a:pPr algn="ctr" rtl="0"/>
          <a:r>
            <a:rPr lang="en-US" dirty="0"/>
            <a:t>Data of  Cycle Time(Y) and its X Factors</a:t>
          </a:r>
        </a:p>
      </dgm:t>
    </dgm:pt>
    <dgm:pt modelId="{234009A3-5B41-4E74-ABB3-BF36FAC00244}" type="parTrans" cxnId="{3F8029D9-7BAB-4A85-A215-3C3BF951384A}">
      <dgm:prSet/>
      <dgm:spPr/>
      <dgm:t>
        <a:bodyPr/>
        <a:lstStyle/>
        <a:p>
          <a:pPr algn="ctr"/>
          <a:endParaRPr lang="en-IN"/>
        </a:p>
      </dgm:t>
    </dgm:pt>
    <dgm:pt modelId="{2913E821-9FBF-45AE-BFD3-75A4739187D7}" type="sibTrans" cxnId="{3F8029D9-7BAB-4A85-A215-3C3BF951384A}">
      <dgm:prSet/>
      <dgm:spPr/>
      <dgm:t>
        <a:bodyPr/>
        <a:lstStyle/>
        <a:p>
          <a:pPr algn="ctr"/>
          <a:endParaRPr lang="en-IN"/>
        </a:p>
      </dgm:t>
    </dgm:pt>
    <dgm:pt modelId="{C16917FF-B6A8-4BD5-BF24-2C31B83D655B}" type="pres">
      <dgm:prSet presAssocID="{6916CC2A-8266-402D-A023-FD3C02A2624C}" presName="linear" presStyleCnt="0">
        <dgm:presLayoutVars>
          <dgm:animLvl val="lvl"/>
          <dgm:resizeHandles val="exact"/>
        </dgm:presLayoutVars>
      </dgm:prSet>
      <dgm:spPr/>
    </dgm:pt>
    <dgm:pt modelId="{82B7005C-A7D9-4A4E-882E-67AC2997F028}" type="pres">
      <dgm:prSet presAssocID="{19DC7418-A74B-4BC9-B67B-94945595CF5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F8029D9-7BAB-4A85-A215-3C3BF951384A}" srcId="{6916CC2A-8266-402D-A023-FD3C02A2624C}" destId="{19DC7418-A74B-4BC9-B67B-94945595CF5B}" srcOrd="0" destOrd="0" parTransId="{234009A3-5B41-4E74-ABB3-BF36FAC00244}" sibTransId="{2913E821-9FBF-45AE-BFD3-75A4739187D7}"/>
    <dgm:cxn modelId="{3F066F32-6F1E-41ED-8940-41B44A1648EA}" type="presOf" srcId="{19DC7418-A74B-4BC9-B67B-94945595CF5B}" destId="{82B7005C-A7D9-4A4E-882E-67AC2997F028}" srcOrd="0" destOrd="0" presId="urn:microsoft.com/office/officeart/2005/8/layout/vList2"/>
    <dgm:cxn modelId="{AE75B703-E345-42B3-91FB-5969732A2F7C}" type="presOf" srcId="{6916CC2A-8266-402D-A023-FD3C02A2624C}" destId="{C16917FF-B6A8-4BD5-BF24-2C31B83D655B}" srcOrd="0" destOrd="0" presId="urn:microsoft.com/office/officeart/2005/8/layout/vList2"/>
    <dgm:cxn modelId="{3A521DFF-D0F3-44FF-A832-925A9034DCAF}" type="presParOf" srcId="{C16917FF-B6A8-4BD5-BF24-2C31B83D655B}" destId="{82B7005C-A7D9-4A4E-882E-67AC2997F02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9.xml><?xml version="1.0" encoding="utf-8"?>
<dgm:dataModel xmlns:dgm="http://schemas.openxmlformats.org/drawingml/2006/diagram" xmlns:a="http://schemas.openxmlformats.org/drawingml/2006/main">
  <dgm:ptLst>
    <dgm:pt modelId="{262F3B33-2CBB-4D1D-8FC2-2A3B2128C22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A6F8E72-54AC-4A42-80EC-9C50075977D3}">
      <dgm:prSet/>
      <dgm:spPr/>
      <dgm:t>
        <a:bodyPr/>
        <a:lstStyle/>
        <a:p>
          <a:pPr algn="ctr" rtl="0"/>
          <a:r>
            <a:rPr lang="en-US" dirty="0"/>
            <a:t>Cycle II- Y Factor – Effort Variance Normality Curve</a:t>
          </a:r>
        </a:p>
      </dgm:t>
    </dgm:pt>
    <dgm:pt modelId="{24E7BBDA-9C26-47B4-8E13-49FFB888C51B}" type="parTrans" cxnId="{E2DC593C-2A39-48D9-BE4C-39731BB6188A}">
      <dgm:prSet/>
      <dgm:spPr/>
      <dgm:t>
        <a:bodyPr/>
        <a:lstStyle/>
        <a:p>
          <a:endParaRPr lang="en-IN"/>
        </a:p>
      </dgm:t>
    </dgm:pt>
    <dgm:pt modelId="{B1A6A08E-A7FC-40B8-A397-39597CA38CAE}" type="sibTrans" cxnId="{E2DC593C-2A39-48D9-BE4C-39731BB6188A}">
      <dgm:prSet/>
      <dgm:spPr/>
      <dgm:t>
        <a:bodyPr/>
        <a:lstStyle/>
        <a:p>
          <a:endParaRPr lang="en-IN"/>
        </a:p>
      </dgm:t>
    </dgm:pt>
    <dgm:pt modelId="{A00F1836-A5FF-471E-B277-59E296B19F1F}" type="pres">
      <dgm:prSet presAssocID="{262F3B33-2CBB-4D1D-8FC2-2A3B2128C223}" presName="linear" presStyleCnt="0">
        <dgm:presLayoutVars>
          <dgm:animLvl val="lvl"/>
          <dgm:resizeHandles val="exact"/>
        </dgm:presLayoutVars>
      </dgm:prSet>
      <dgm:spPr/>
    </dgm:pt>
    <dgm:pt modelId="{40D97D1E-9388-49CB-8F09-137479A3D5C3}" type="pres">
      <dgm:prSet presAssocID="{6A6F8E72-54AC-4A42-80EC-9C50075977D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08A8B43-DA3D-474D-9F10-70221577FA43}" type="presOf" srcId="{262F3B33-2CBB-4D1D-8FC2-2A3B2128C223}" destId="{A00F1836-A5FF-471E-B277-59E296B19F1F}" srcOrd="0" destOrd="0" presId="urn:microsoft.com/office/officeart/2005/8/layout/vList2"/>
    <dgm:cxn modelId="{E2DC593C-2A39-48D9-BE4C-39731BB6188A}" srcId="{262F3B33-2CBB-4D1D-8FC2-2A3B2128C223}" destId="{6A6F8E72-54AC-4A42-80EC-9C50075977D3}" srcOrd="0" destOrd="0" parTransId="{24E7BBDA-9C26-47B4-8E13-49FFB888C51B}" sibTransId="{B1A6A08E-A7FC-40B8-A397-39597CA38CAE}"/>
    <dgm:cxn modelId="{135E84D6-F03D-4250-AB4B-08C0C36E90E7}" type="presOf" srcId="{6A6F8E72-54AC-4A42-80EC-9C50075977D3}" destId="{40D97D1E-9388-49CB-8F09-137479A3D5C3}" srcOrd="0" destOrd="0" presId="urn:microsoft.com/office/officeart/2005/8/layout/vList2"/>
    <dgm:cxn modelId="{6D11A920-D926-4F73-B64B-BCEB7376EE04}" type="presParOf" srcId="{A00F1836-A5FF-471E-B277-59E296B19F1F}" destId="{40D97D1E-9388-49CB-8F09-137479A3D5C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0.xml><?xml version="1.0" encoding="utf-8"?>
<dgm:dataModel xmlns:dgm="http://schemas.openxmlformats.org/drawingml/2006/diagram" xmlns:a="http://schemas.openxmlformats.org/drawingml/2006/main">
  <dgm:ptLst>
    <dgm:pt modelId="{AD24F048-0422-4F55-98CE-3C6BC2332AE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506423E-86EB-4763-A1E7-B49D5BB6BBE8}">
      <dgm:prSet/>
      <dgm:spPr/>
      <dgm:t>
        <a:bodyPr/>
        <a:lstStyle/>
        <a:p>
          <a:pPr algn="ctr" rtl="0"/>
          <a:r>
            <a:rPr lang="en-US" dirty="0"/>
            <a:t>Cycle II- Y Factor – Effort Variance Control chart</a:t>
          </a:r>
        </a:p>
      </dgm:t>
    </dgm:pt>
    <dgm:pt modelId="{7668C61C-46FF-432E-BEAD-CE03142CE8EA}" type="parTrans" cxnId="{FAB0CEEC-B8EE-4889-B3EB-9AE793A74B39}">
      <dgm:prSet/>
      <dgm:spPr/>
      <dgm:t>
        <a:bodyPr/>
        <a:lstStyle/>
        <a:p>
          <a:endParaRPr lang="en-IN"/>
        </a:p>
      </dgm:t>
    </dgm:pt>
    <dgm:pt modelId="{850AF25F-0827-49A0-BD26-05771A9F58BA}" type="sibTrans" cxnId="{FAB0CEEC-B8EE-4889-B3EB-9AE793A74B39}">
      <dgm:prSet/>
      <dgm:spPr/>
      <dgm:t>
        <a:bodyPr/>
        <a:lstStyle/>
        <a:p>
          <a:endParaRPr lang="en-IN"/>
        </a:p>
      </dgm:t>
    </dgm:pt>
    <dgm:pt modelId="{91277AC9-5599-4C39-A1AA-ACE5C3EF0B91}" type="pres">
      <dgm:prSet presAssocID="{AD24F048-0422-4F55-98CE-3C6BC2332AE7}" presName="linear" presStyleCnt="0">
        <dgm:presLayoutVars>
          <dgm:animLvl val="lvl"/>
          <dgm:resizeHandles val="exact"/>
        </dgm:presLayoutVars>
      </dgm:prSet>
      <dgm:spPr/>
    </dgm:pt>
    <dgm:pt modelId="{6192967F-C0A4-47C3-8744-9C51CFDEC0CD}" type="pres">
      <dgm:prSet presAssocID="{5506423E-86EB-4763-A1E7-B49D5BB6BBE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AB0CEEC-B8EE-4889-B3EB-9AE793A74B39}" srcId="{AD24F048-0422-4F55-98CE-3C6BC2332AE7}" destId="{5506423E-86EB-4763-A1E7-B49D5BB6BBE8}" srcOrd="0" destOrd="0" parTransId="{7668C61C-46FF-432E-BEAD-CE03142CE8EA}" sibTransId="{850AF25F-0827-49A0-BD26-05771A9F58BA}"/>
    <dgm:cxn modelId="{88EC29B2-12AF-4743-BA1C-AE2532DFC021}" type="presOf" srcId="{5506423E-86EB-4763-A1E7-B49D5BB6BBE8}" destId="{6192967F-C0A4-47C3-8744-9C51CFDEC0CD}" srcOrd="0" destOrd="0" presId="urn:microsoft.com/office/officeart/2005/8/layout/vList2"/>
    <dgm:cxn modelId="{96CF98F7-5B1A-4894-9EBF-AD3B6C3C2E6F}" type="presOf" srcId="{AD24F048-0422-4F55-98CE-3C6BC2332AE7}" destId="{91277AC9-5599-4C39-A1AA-ACE5C3EF0B91}" srcOrd="0" destOrd="0" presId="urn:microsoft.com/office/officeart/2005/8/layout/vList2"/>
    <dgm:cxn modelId="{B74699AB-FE0B-4664-9E2E-F42C02B8F143}" type="presParOf" srcId="{91277AC9-5599-4C39-A1AA-ACE5C3EF0B91}" destId="{6192967F-C0A4-47C3-8744-9C51CFDEC0C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1.xml><?xml version="1.0" encoding="utf-8"?>
<dgm:dataModel xmlns:dgm="http://schemas.openxmlformats.org/drawingml/2006/diagram" xmlns:a="http://schemas.openxmlformats.org/drawingml/2006/main">
  <dgm:ptLst>
    <dgm:pt modelId="{7CD5EC04-8F79-4C8B-B838-6227CEEDA9A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75A63F5-7305-4BF8-A5F6-7AD31B4DFE0F}">
      <dgm:prSet/>
      <dgm:spPr/>
      <dgm:t>
        <a:bodyPr/>
        <a:lstStyle/>
        <a:p>
          <a:pPr algn="ctr" rtl="0"/>
          <a:r>
            <a:rPr lang="en-US" dirty="0"/>
            <a:t>Cycle II- Y Factor – Cycle Time Per FP Normality Curve</a:t>
          </a:r>
        </a:p>
      </dgm:t>
    </dgm:pt>
    <dgm:pt modelId="{8E1215AA-BA1F-4372-BEBB-61466D74DCFA}" type="parTrans" cxnId="{58DD3A7B-B92C-4B5E-969F-447CD9AA0F81}">
      <dgm:prSet/>
      <dgm:spPr/>
      <dgm:t>
        <a:bodyPr/>
        <a:lstStyle/>
        <a:p>
          <a:endParaRPr lang="en-IN"/>
        </a:p>
      </dgm:t>
    </dgm:pt>
    <dgm:pt modelId="{A0C3E568-4A2A-4B9E-9EE5-BACF86E5BB26}" type="sibTrans" cxnId="{58DD3A7B-B92C-4B5E-969F-447CD9AA0F81}">
      <dgm:prSet/>
      <dgm:spPr/>
      <dgm:t>
        <a:bodyPr/>
        <a:lstStyle/>
        <a:p>
          <a:endParaRPr lang="en-IN"/>
        </a:p>
      </dgm:t>
    </dgm:pt>
    <dgm:pt modelId="{9C769E42-B5F2-440E-A127-6BA907B6A62C}" type="pres">
      <dgm:prSet presAssocID="{7CD5EC04-8F79-4C8B-B838-6227CEEDA9A2}" presName="linear" presStyleCnt="0">
        <dgm:presLayoutVars>
          <dgm:animLvl val="lvl"/>
          <dgm:resizeHandles val="exact"/>
        </dgm:presLayoutVars>
      </dgm:prSet>
      <dgm:spPr/>
    </dgm:pt>
    <dgm:pt modelId="{FCAB544C-4F11-4291-B65D-8513C1F09FF7}" type="pres">
      <dgm:prSet presAssocID="{F75A63F5-7305-4BF8-A5F6-7AD31B4DFE0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8DD3A7B-B92C-4B5E-969F-447CD9AA0F81}" srcId="{7CD5EC04-8F79-4C8B-B838-6227CEEDA9A2}" destId="{F75A63F5-7305-4BF8-A5F6-7AD31B4DFE0F}" srcOrd="0" destOrd="0" parTransId="{8E1215AA-BA1F-4372-BEBB-61466D74DCFA}" sibTransId="{A0C3E568-4A2A-4B9E-9EE5-BACF86E5BB26}"/>
    <dgm:cxn modelId="{333E15D5-038A-4EED-A66D-1CC721C7521A}" type="presOf" srcId="{F75A63F5-7305-4BF8-A5F6-7AD31B4DFE0F}" destId="{FCAB544C-4F11-4291-B65D-8513C1F09FF7}" srcOrd="0" destOrd="0" presId="urn:microsoft.com/office/officeart/2005/8/layout/vList2"/>
    <dgm:cxn modelId="{82721322-C970-4E2D-8839-5318AE3F672A}" type="presOf" srcId="{7CD5EC04-8F79-4C8B-B838-6227CEEDA9A2}" destId="{9C769E42-B5F2-440E-A127-6BA907B6A62C}" srcOrd="0" destOrd="0" presId="urn:microsoft.com/office/officeart/2005/8/layout/vList2"/>
    <dgm:cxn modelId="{E866C28B-6BCC-433A-991C-6B7EC6A89229}" type="presParOf" srcId="{9C769E42-B5F2-440E-A127-6BA907B6A62C}" destId="{FCAB544C-4F11-4291-B65D-8513C1F09FF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2.xml><?xml version="1.0" encoding="utf-8"?>
<dgm:dataModel xmlns:dgm="http://schemas.openxmlformats.org/drawingml/2006/diagram" xmlns:a="http://schemas.openxmlformats.org/drawingml/2006/main">
  <dgm:ptLst>
    <dgm:pt modelId="{3F3BFEE4-87A0-434F-9AF4-14A089CC8D2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33DD3D3-EA77-4C58-9688-030EB88EFBB2}">
      <dgm:prSet/>
      <dgm:spPr/>
      <dgm:t>
        <a:bodyPr/>
        <a:lstStyle/>
        <a:p>
          <a:pPr algn="ctr" rtl="0"/>
          <a:r>
            <a:rPr lang="en-US" dirty="0"/>
            <a:t>Cycle II- Y Factor – Cycle Time Per FP Control Chart</a:t>
          </a:r>
        </a:p>
      </dgm:t>
    </dgm:pt>
    <dgm:pt modelId="{C48D11A1-C6E5-438A-AC53-D0B93C8191B3}" type="parTrans" cxnId="{8372C1C7-D715-40D2-8D6C-62A8ABFC8528}">
      <dgm:prSet/>
      <dgm:spPr/>
      <dgm:t>
        <a:bodyPr/>
        <a:lstStyle/>
        <a:p>
          <a:endParaRPr lang="en-IN"/>
        </a:p>
      </dgm:t>
    </dgm:pt>
    <dgm:pt modelId="{34A0ABB1-F30E-42DC-8D1B-F151AE3364B9}" type="sibTrans" cxnId="{8372C1C7-D715-40D2-8D6C-62A8ABFC8528}">
      <dgm:prSet/>
      <dgm:spPr/>
      <dgm:t>
        <a:bodyPr/>
        <a:lstStyle/>
        <a:p>
          <a:endParaRPr lang="en-IN"/>
        </a:p>
      </dgm:t>
    </dgm:pt>
    <dgm:pt modelId="{31873554-336E-4402-91FB-EEAD029C69D2}" type="pres">
      <dgm:prSet presAssocID="{3F3BFEE4-87A0-434F-9AF4-14A089CC8D2C}" presName="linear" presStyleCnt="0">
        <dgm:presLayoutVars>
          <dgm:animLvl val="lvl"/>
          <dgm:resizeHandles val="exact"/>
        </dgm:presLayoutVars>
      </dgm:prSet>
      <dgm:spPr/>
    </dgm:pt>
    <dgm:pt modelId="{C92C71DA-79A2-4409-BE23-9668E01296C8}" type="pres">
      <dgm:prSet presAssocID="{E33DD3D3-EA77-4C58-9688-030EB88EFB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372C1C7-D715-40D2-8D6C-62A8ABFC8528}" srcId="{3F3BFEE4-87A0-434F-9AF4-14A089CC8D2C}" destId="{E33DD3D3-EA77-4C58-9688-030EB88EFBB2}" srcOrd="0" destOrd="0" parTransId="{C48D11A1-C6E5-438A-AC53-D0B93C8191B3}" sibTransId="{34A0ABB1-F30E-42DC-8D1B-F151AE3364B9}"/>
    <dgm:cxn modelId="{DC557056-E328-4FDC-AF24-F696433D4516}" type="presOf" srcId="{E33DD3D3-EA77-4C58-9688-030EB88EFBB2}" destId="{C92C71DA-79A2-4409-BE23-9668E01296C8}" srcOrd="0" destOrd="0" presId="urn:microsoft.com/office/officeart/2005/8/layout/vList2"/>
    <dgm:cxn modelId="{7DF930D0-D003-422D-ABD2-1855C2AFC105}" type="presOf" srcId="{3F3BFEE4-87A0-434F-9AF4-14A089CC8D2C}" destId="{31873554-336E-4402-91FB-EEAD029C69D2}" srcOrd="0" destOrd="0" presId="urn:microsoft.com/office/officeart/2005/8/layout/vList2"/>
    <dgm:cxn modelId="{D86255DD-8F81-4BEF-B6D2-C93C6D620166}" type="presParOf" srcId="{31873554-336E-4402-91FB-EEAD029C69D2}" destId="{C92C71DA-79A2-4409-BE23-9668E01296C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3.xml><?xml version="1.0" encoding="utf-8"?>
<dgm:dataModel xmlns:dgm="http://schemas.openxmlformats.org/drawingml/2006/diagram" xmlns:a="http://schemas.openxmlformats.org/drawingml/2006/main">
  <dgm:ptLst>
    <dgm:pt modelId="{B8314084-4D14-4633-BC41-C243778ADB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9696A76-09CE-49BE-A8DA-6E73C8E1D60C}">
      <dgm:prSet/>
      <dgm:spPr/>
      <dgm:t>
        <a:bodyPr/>
        <a:lstStyle/>
        <a:p>
          <a:pPr algn="ctr" rtl="0"/>
          <a:r>
            <a:rPr lang="en-US" dirty="0"/>
            <a:t>Cycle II- X Factor – RA effort Normality Curve</a:t>
          </a:r>
        </a:p>
      </dgm:t>
    </dgm:pt>
    <dgm:pt modelId="{AA1B70A2-5C3E-43DE-8A2F-F0739155DFD6}" type="parTrans" cxnId="{1360161A-03E5-4CEB-B487-404F6E02B7B6}">
      <dgm:prSet/>
      <dgm:spPr/>
      <dgm:t>
        <a:bodyPr/>
        <a:lstStyle/>
        <a:p>
          <a:endParaRPr lang="en-IN"/>
        </a:p>
      </dgm:t>
    </dgm:pt>
    <dgm:pt modelId="{654D1E35-86AD-415D-9306-E3978D372937}" type="sibTrans" cxnId="{1360161A-03E5-4CEB-B487-404F6E02B7B6}">
      <dgm:prSet/>
      <dgm:spPr/>
      <dgm:t>
        <a:bodyPr/>
        <a:lstStyle/>
        <a:p>
          <a:endParaRPr lang="en-IN"/>
        </a:p>
      </dgm:t>
    </dgm:pt>
    <dgm:pt modelId="{C36D9673-4DAF-4775-9227-169F3F163A05}" type="pres">
      <dgm:prSet presAssocID="{B8314084-4D14-4633-BC41-C243778ADBC1}" presName="linear" presStyleCnt="0">
        <dgm:presLayoutVars>
          <dgm:animLvl val="lvl"/>
          <dgm:resizeHandles val="exact"/>
        </dgm:presLayoutVars>
      </dgm:prSet>
      <dgm:spPr/>
    </dgm:pt>
    <dgm:pt modelId="{ACAECF2F-A129-4259-913D-1383724EA5DE}" type="pres">
      <dgm:prSet presAssocID="{E9696A76-09CE-49BE-A8DA-6E73C8E1D60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EF4A788-1AB3-4938-9308-CFDC467D8169}" type="presOf" srcId="{B8314084-4D14-4633-BC41-C243778ADBC1}" destId="{C36D9673-4DAF-4775-9227-169F3F163A05}" srcOrd="0" destOrd="0" presId="urn:microsoft.com/office/officeart/2005/8/layout/vList2"/>
    <dgm:cxn modelId="{4896CEEA-25A0-40CF-855B-1B7BD7F75C37}" type="presOf" srcId="{E9696A76-09CE-49BE-A8DA-6E73C8E1D60C}" destId="{ACAECF2F-A129-4259-913D-1383724EA5DE}" srcOrd="0" destOrd="0" presId="urn:microsoft.com/office/officeart/2005/8/layout/vList2"/>
    <dgm:cxn modelId="{1360161A-03E5-4CEB-B487-404F6E02B7B6}" srcId="{B8314084-4D14-4633-BC41-C243778ADBC1}" destId="{E9696A76-09CE-49BE-A8DA-6E73C8E1D60C}" srcOrd="0" destOrd="0" parTransId="{AA1B70A2-5C3E-43DE-8A2F-F0739155DFD6}" sibTransId="{654D1E35-86AD-415D-9306-E3978D372937}"/>
    <dgm:cxn modelId="{327DA460-4BDF-466E-A025-429684DA8381}" type="presParOf" srcId="{C36D9673-4DAF-4775-9227-169F3F163A05}" destId="{ACAECF2F-A129-4259-913D-1383724EA5D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4.xml><?xml version="1.0" encoding="utf-8"?>
<dgm:dataModel xmlns:dgm="http://schemas.openxmlformats.org/drawingml/2006/diagram" xmlns:a="http://schemas.openxmlformats.org/drawingml/2006/main">
  <dgm:ptLst>
    <dgm:pt modelId="{A61C6185-FE28-4F8C-A5B7-A4A4092BCCC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E8665DC-EFC7-4866-B667-ABBA63CA1D47}">
      <dgm:prSet/>
      <dgm:spPr/>
      <dgm:t>
        <a:bodyPr/>
        <a:lstStyle/>
        <a:p>
          <a:pPr algn="ctr" rtl="0"/>
          <a:r>
            <a:rPr lang="en-US" dirty="0"/>
            <a:t>Cycle II- X Factor – RA effort Control Chart</a:t>
          </a:r>
        </a:p>
      </dgm:t>
    </dgm:pt>
    <dgm:pt modelId="{3AE0EC61-EDE3-4A83-98FC-BF2D276ECBE8}" type="parTrans" cxnId="{8624F577-BB92-41F9-AC8D-37E759A929B7}">
      <dgm:prSet/>
      <dgm:spPr/>
      <dgm:t>
        <a:bodyPr/>
        <a:lstStyle/>
        <a:p>
          <a:endParaRPr lang="en-IN"/>
        </a:p>
      </dgm:t>
    </dgm:pt>
    <dgm:pt modelId="{C35AA779-E4F9-4532-8E10-97B7EEC066D0}" type="sibTrans" cxnId="{8624F577-BB92-41F9-AC8D-37E759A929B7}">
      <dgm:prSet/>
      <dgm:spPr/>
      <dgm:t>
        <a:bodyPr/>
        <a:lstStyle/>
        <a:p>
          <a:endParaRPr lang="en-IN"/>
        </a:p>
      </dgm:t>
    </dgm:pt>
    <dgm:pt modelId="{111A6D2D-C2F5-4A7C-891A-09D9D413156F}" type="pres">
      <dgm:prSet presAssocID="{A61C6185-FE28-4F8C-A5B7-A4A4092BCCCD}" presName="linear" presStyleCnt="0">
        <dgm:presLayoutVars>
          <dgm:animLvl val="lvl"/>
          <dgm:resizeHandles val="exact"/>
        </dgm:presLayoutVars>
      </dgm:prSet>
      <dgm:spPr/>
    </dgm:pt>
    <dgm:pt modelId="{85632FD3-B906-44CE-BC56-6C5195067338}" type="pres">
      <dgm:prSet presAssocID="{6E8665DC-EFC7-4866-B667-ABBA63CA1D4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2C0A438-6FC5-49C1-876E-A5441E5DCAB7}" type="presOf" srcId="{A61C6185-FE28-4F8C-A5B7-A4A4092BCCCD}" destId="{111A6D2D-C2F5-4A7C-891A-09D9D413156F}" srcOrd="0" destOrd="0" presId="urn:microsoft.com/office/officeart/2005/8/layout/vList2"/>
    <dgm:cxn modelId="{8624F577-BB92-41F9-AC8D-37E759A929B7}" srcId="{A61C6185-FE28-4F8C-A5B7-A4A4092BCCCD}" destId="{6E8665DC-EFC7-4866-B667-ABBA63CA1D47}" srcOrd="0" destOrd="0" parTransId="{3AE0EC61-EDE3-4A83-98FC-BF2D276ECBE8}" sibTransId="{C35AA779-E4F9-4532-8E10-97B7EEC066D0}"/>
    <dgm:cxn modelId="{3EF47000-7676-4C05-8936-D5A0D05DCE5C}" type="presOf" srcId="{6E8665DC-EFC7-4866-B667-ABBA63CA1D47}" destId="{85632FD3-B906-44CE-BC56-6C5195067338}" srcOrd="0" destOrd="0" presId="urn:microsoft.com/office/officeart/2005/8/layout/vList2"/>
    <dgm:cxn modelId="{6B99AC33-FD48-47C2-8180-C3A340C5EA51}" type="presParOf" srcId="{111A6D2D-C2F5-4A7C-891A-09D9D413156F}" destId="{85632FD3-B906-44CE-BC56-6C519506733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5.xml><?xml version="1.0" encoding="utf-8"?>
<dgm:dataModel xmlns:dgm="http://schemas.openxmlformats.org/drawingml/2006/diagram" xmlns:a="http://schemas.openxmlformats.org/drawingml/2006/main">
  <dgm:ptLst>
    <dgm:pt modelId="{7A72CE2B-1BB1-4877-A369-344FB7DE64A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023DCC1-797E-447E-B492-31EB23793D6F}">
      <dgm:prSet/>
      <dgm:spPr/>
      <dgm:t>
        <a:bodyPr/>
        <a:lstStyle/>
        <a:p>
          <a:pPr algn="ctr" rtl="0"/>
          <a:r>
            <a:rPr lang="en-US" dirty="0"/>
            <a:t>Cycle II- X Factor – Coding Effort per FP control chart</a:t>
          </a:r>
        </a:p>
      </dgm:t>
    </dgm:pt>
    <dgm:pt modelId="{ACCE3F54-9CBF-4FCD-8E50-21B84FD86F87}" type="parTrans" cxnId="{8ECBEB6E-D313-4E31-9655-93BC1D7F8B13}">
      <dgm:prSet/>
      <dgm:spPr/>
      <dgm:t>
        <a:bodyPr/>
        <a:lstStyle/>
        <a:p>
          <a:endParaRPr lang="en-IN"/>
        </a:p>
      </dgm:t>
    </dgm:pt>
    <dgm:pt modelId="{0318756E-D133-4E39-924A-7C4062522620}" type="sibTrans" cxnId="{8ECBEB6E-D313-4E31-9655-93BC1D7F8B13}">
      <dgm:prSet/>
      <dgm:spPr/>
      <dgm:t>
        <a:bodyPr/>
        <a:lstStyle/>
        <a:p>
          <a:endParaRPr lang="en-IN"/>
        </a:p>
      </dgm:t>
    </dgm:pt>
    <dgm:pt modelId="{84B7FBE9-D984-45C8-B286-C0D2013D6F27}" type="pres">
      <dgm:prSet presAssocID="{7A72CE2B-1BB1-4877-A369-344FB7DE64AA}" presName="linear" presStyleCnt="0">
        <dgm:presLayoutVars>
          <dgm:animLvl val="lvl"/>
          <dgm:resizeHandles val="exact"/>
        </dgm:presLayoutVars>
      </dgm:prSet>
      <dgm:spPr/>
    </dgm:pt>
    <dgm:pt modelId="{52520DC3-32FC-40EF-9435-C83546E9001F}" type="pres">
      <dgm:prSet presAssocID="{1023DCC1-797E-447E-B492-31EB23793D6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ECBEB6E-D313-4E31-9655-93BC1D7F8B13}" srcId="{7A72CE2B-1BB1-4877-A369-344FB7DE64AA}" destId="{1023DCC1-797E-447E-B492-31EB23793D6F}" srcOrd="0" destOrd="0" parTransId="{ACCE3F54-9CBF-4FCD-8E50-21B84FD86F87}" sibTransId="{0318756E-D133-4E39-924A-7C4062522620}"/>
    <dgm:cxn modelId="{377DEAA8-F186-43A6-9785-12E220CBF1C6}" type="presOf" srcId="{1023DCC1-797E-447E-B492-31EB23793D6F}" destId="{52520DC3-32FC-40EF-9435-C83546E9001F}" srcOrd="0" destOrd="0" presId="urn:microsoft.com/office/officeart/2005/8/layout/vList2"/>
    <dgm:cxn modelId="{5FCCBCFF-F8D5-40E7-95C7-EB0BF689DDE7}" type="presOf" srcId="{7A72CE2B-1BB1-4877-A369-344FB7DE64AA}" destId="{84B7FBE9-D984-45C8-B286-C0D2013D6F27}" srcOrd="0" destOrd="0" presId="urn:microsoft.com/office/officeart/2005/8/layout/vList2"/>
    <dgm:cxn modelId="{B8B1153F-A9FD-4833-AFC5-AD468B4628A7}" type="presParOf" srcId="{84B7FBE9-D984-45C8-B286-C0D2013D6F27}" destId="{52520DC3-32FC-40EF-9435-C83546E9001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6.xml><?xml version="1.0" encoding="utf-8"?>
<dgm:dataModel xmlns:dgm="http://schemas.openxmlformats.org/drawingml/2006/diagram" xmlns:a="http://schemas.openxmlformats.org/drawingml/2006/main">
  <dgm:ptLst>
    <dgm:pt modelId="{AF2770AC-DEDF-4076-AAB3-FB452AF791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87B5B394-083D-4E77-9AF8-A0A514BF112B}">
      <dgm:prSet/>
      <dgm:spPr/>
      <dgm:t>
        <a:bodyPr/>
        <a:lstStyle/>
        <a:p>
          <a:pPr algn="ctr" rtl="0"/>
          <a:r>
            <a:rPr lang="en-US" dirty="0"/>
            <a:t>Cycle II- X Factor – </a:t>
          </a:r>
          <a:r>
            <a:rPr lang="en-IN" dirty="0"/>
            <a:t>Test Preparation Effort </a:t>
          </a:r>
          <a:r>
            <a:rPr lang="en-US" dirty="0"/>
            <a:t>Per FP Normality Curve</a:t>
          </a:r>
        </a:p>
      </dgm:t>
    </dgm:pt>
    <dgm:pt modelId="{1F3CE805-57D0-4D5A-93EB-D9DEA16B7159}" type="parTrans" cxnId="{38A2064E-AD91-4B1F-9CC8-1267C87B334E}">
      <dgm:prSet/>
      <dgm:spPr/>
      <dgm:t>
        <a:bodyPr/>
        <a:lstStyle/>
        <a:p>
          <a:endParaRPr lang="en-IN"/>
        </a:p>
      </dgm:t>
    </dgm:pt>
    <dgm:pt modelId="{1162B023-63FD-4EA6-AB15-507B631BD748}" type="sibTrans" cxnId="{38A2064E-AD91-4B1F-9CC8-1267C87B334E}">
      <dgm:prSet/>
      <dgm:spPr/>
      <dgm:t>
        <a:bodyPr/>
        <a:lstStyle/>
        <a:p>
          <a:endParaRPr lang="en-IN"/>
        </a:p>
      </dgm:t>
    </dgm:pt>
    <dgm:pt modelId="{D7F76ACE-E331-4615-8805-5AE689FA132B}" type="pres">
      <dgm:prSet presAssocID="{AF2770AC-DEDF-4076-AAB3-FB452AF79150}" presName="linear" presStyleCnt="0">
        <dgm:presLayoutVars>
          <dgm:animLvl val="lvl"/>
          <dgm:resizeHandles val="exact"/>
        </dgm:presLayoutVars>
      </dgm:prSet>
      <dgm:spPr/>
    </dgm:pt>
    <dgm:pt modelId="{8299E07A-3FCA-45DF-9CF9-36BBE18848D1}" type="pres">
      <dgm:prSet presAssocID="{87B5B394-083D-4E77-9AF8-A0A514BF112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0644D47-6819-428C-83A6-0A0790633E10}" type="presOf" srcId="{87B5B394-083D-4E77-9AF8-A0A514BF112B}" destId="{8299E07A-3FCA-45DF-9CF9-36BBE18848D1}" srcOrd="0" destOrd="0" presId="urn:microsoft.com/office/officeart/2005/8/layout/vList2"/>
    <dgm:cxn modelId="{FC82281A-9CB6-40EF-962A-18E52B866BA0}" type="presOf" srcId="{AF2770AC-DEDF-4076-AAB3-FB452AF79150}" destId="{D7F76ACE-E331-4615-8805-5AE689FA132B}" srcOrd="0" destOrd="0" presId="urn:microsoft.com/office/officeart/2005/8/layout/vList2"/>
    <dgm:cxn modelId="{38A2064E-AD91-4B1F-9CC8-1267C87B334E}" srcId="{AF2770AC-DEDF-4076-AAB3-FB452AF79150}" destId="{87B5B394-083D-4E77-9AF8-A0A514BF112B}" srcOrd="0" destOrd="0" parTransId="{1F3CE805-57D0-4D5A-93EB-D9DEA16B7159}" sibTransId="{1162B023-63FD-4EA6-AB15-507B631BD748}"/>
    <dgm:cxn modelId="{7C169DD3-9B0B-48A7-AA5B-3E0D7FF1A178}" type="presParOf" srcId="{D7F76ACE-E331-4615-8805-5AE689FA132B}" destId="{8299E07A-3FCA-45DF-9CF9-36BBE18848D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7.xml><?xml version="1.0" encoding="utf-8"?>
<dgm:dataModel xmlns:dgm="http://schemas.openxmlformats.org/drawingml/2006/diagram" xmlns:a="http://schemas.openxmlformats.org/drawingml/2006/main">
  <dgm:ptLst>
    <dgm:pt modelId="{BF92BF07-E1A6-4F3E-9584-543DBE5450E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6D1FC02-DA90-464D-88AB-AFD507E22EA2}">
      <dgm:prSet/>
      <dgm:spPr/>
      <dgm:t>
        <a:bodyPr/>
        <a:lstStyle/>
        <a:p>
          <a:pPr algn="ctr" rtl="0"/>
          <a:r>
            <a:rPr lang="en-US" dirty="0"/>
            <a:t>Cycle II- X Factor – </a:t>
          </a:r>
          <a:r>
            <a:rPr lang="en-IN" dirty="0"/>
            <a:t>Test Preparation Effort </a:t>
          </a:r>
          <a:r>
            <a:rPr lang="en-US" dirty="0"/>
            <a:t>Per FP control chart</a:t>
          </a:r>
        </a:p>
      </dgm:t>
    </dgm:pt>
    <dgm:pt modelId="{1B588509-B262-4B76-86EB-377AF7538AE0}" type="parTrans" cxnId="{6D0613DA-BA34-47D5-BC07-81CD26911371}">
      <dgm:prSet/>
      <dgm:spPr/>
      <dgm:t>
        <a:bodyPr/>
        <a:lstStyle/>
        <a:p>
          <a:endParaRPr lang="en-IN"/>
        </a:p>
      </dgm:t>
    </dgm:pt>
    <dgm:pt modelId="{F9D73778-62F0-4106-A7A8-6A5E5156EE3C}" type="sibTrans" cxnId="{6D0613DA-BA34-47D5-BC07-81CD26911371}">
      <dgm:prSet/>
      <dgm:spPr/>
      <dgm:t>
        <a:bodyPr/>
        <a:lstStyle/>
        <a:p>
          <a:endParaRPr lang="en-IN"/>
        </a:p>
      </dgm:t>
    </dgm:pt>
    <dgm:pt modelId="{39702459-7FC6-454F-9238-0AD80B4BD05F}" type="pres">
      <dgm:prSet presAssocID="{BF92BF07-E1A6-4F3E-9584-543DBE5450E9}" presName="linear" presStyleCnt="0">
        <dgm:presLayoutVars>
          <dgm:animLvl val="lvl"/>
          <dgm:resizeHandles val="exact"/>
        </dgm:presLayoutVars>
      </dgm:prSet>
      <dgm:spPr/>
    </dgm:pt>
    <dgm:pt modelId="{C0DE5ABD-B412-444D-B449-93472F3D08CE}" type="pres">
      <dgm:prSet presAssocID="{26D1FC02-DA90-464D-88AB-AFD507E22EA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D0613DA-BA34-47D5-BC07-81CD26911371}" srcId="{BF92BF07-E1A6-4F3E-9584-543DBE5450E9}" destId="{26D1FC02-DA90-464D-88AB-AFD507E22EA2}" srcOrd="0" destOrd="0" parTransId="{1B588509-B262-4B76-86EB-377AF7538AE0}" sibTransId="{F9D73778-62F0-4106-A7A8-6A5E5156EE3C}"/>
    <dgm:cxn modelId="{CED5785F-35D4-43F1-B830-096856EE9D57}" type="presOf" srcId="{26D1FC02-DA90-464D-88AB-AFD507E22EA2}" destId="{C0DE5ABD-B412-444D-B449-93472F3D08CE}" srcOrd="0" destOrd="0" presId="urn:microsoft.com/office/officeart/2005/8/layout/vList2"/>
    <dgm:cxn modelId="{55F45E8D-5D39-4F91-B9F7-A2E0BC38B1E6}" type="presOf" srcId="{BF92BF07-E1A6-4F3E-9584-543DBE5450E9}" destId="{39702459-7FC6-454F-9238-0AD80B4BD05F}" srcOrd="0" destOrd="0" presId="urn:microsoft.com/office/officeart/2005/8/layout/vList2"/>
    <dgm:cxn modelId="{9E8B03D6-29C3-46CD-8D8B-645A5744AA35}" type="presParOf" srcId="{39702459-7FC6-454F-9238-0AD80B4BD05F}" destId="{C0DE5ABD-B412-444D-B449-93472F3D08C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8.xml><?xml version="1.0" encoding="utf-8"?>
<dgm:dataModel xmlns:dgm="http://schemas.openxmlformats.org/drawingml/2006/diagram" xmlns:a="http://schemas.openxmlformats.org/drawingml/2006/main">
  <dgm:ptLst>
    <dgm:pt modelId="{2A5452BC-8226-4BA1-BC93-F9C3957BD22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260BF1E-9577-47BD-B1F8-4706C1B67FCB}">
      <dgm:prSet/>
      <dgm:spPr/>
      <dgm:t>
        <a:bodyPr/>
        <a:lstStyle/>
        <a:p>
          <a:pPr algn="ctr" rtl="0"/>
          <a:r>
            <a:rPr lang="en-US" dirty="0"/>
            <a:t>Data comparison For EV Cycle I and Cycle II</a:t>
          </a:r>
        </a:p>
      </dgm:t>
    </dgm:pt>
    <dgm:pt modelId="{DDD21659-51F1-4366-888B-B4BCE1010CF6}" type="parTrans" cxnId="{80C78827-BF6E-4D37-8017-977CDE72F682}">
      <dgm:prSet/>
      <dgm:spPr/>
      <dgm:t>
        <a:bodyPr/>
        <a:lstStyle/>
        <a:p>
          <a:endParaRPr lang="en-IN"/>
        </a:p>
      </dgm:t>
    </dgm:pt>
    <dgm:pt modelId="{22392460-672A-444F-8190-D6FAA1497261}" type="sibTrans" cxnId="{80C78827-BF6E-4D37-8017-977CDE72F682}">
      <dgm:prSet/>
      <dgm:spPr/>
      <dgm:t>
        <a:bodyPr/>
        <a:lstStyle/>
        <a:p>
          <a:endParaRPr lang="en-IN"/>
        </a:p>
      </dgm:t>
    </dgm:pt>
    <dgm:pt modelId="{634B391F-943E-4C90-819A-571A8A0076AC}" type="pres">
      <dgm:prSet presAssocID="{2A5452BC-8226-4BA1-BC93-F9C3957BD220}" presName="linear" presStyleCnt="0">
        <dgm:presLayoutVars>
          <dgm:animLvl val="lvl"/>
          <dgm:resizeHandles val="exact"/>
        </dgm:presLayoutVars>
      </dgm:prSet>
      <dgm:spPr/>
    </dgm:pt>
    <dgm:pt modelId="{725C5D74-0348-44CC-ABA6-619D426878A4}" type="pres">
      <dgm:prSet presAssocID="{1260BF1E-9577-47BD-B1F8-4706C1B67FC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2ABB9E5-6E5B-4C69-8AC7-62C65818BD57}" type="presOf" srcId="{1260BF1E-9577-47BD-B1F8-4706C1B67FCB}" destId="{725C5D74-0348-44CC-ABA6-619D426878A4}" srcOrd="0" destOrd="0" presId="urn:microsoft.com/office/officeart/2005/8/layout/vList2"/>
    <dgm:cxn modelId="{80C78827-BF6E-4D37-8017-977CDE72F682}" srcId="{2A5452BC-8226-4BA1-BC93-F9C3957BD220}" destId="{1260BF1E-9577-47BD-B1F8-4706C1B67FCB}" srcOrd="0" destOrd="0" parTransId="{DDD21659-51F1-4366-888B-B4BCE1010CF6}" sibTransId="{22392460-672A-444F-8190-D6FAA1497261}"/>
    <dgm:cxn modelId="{81FD089C-0172-4A0A-AB0C-37C23BF7B304}" type="presOf" srcId="{2A5452BC-8226-4BA1-BC93-F9C3957BD220}" destId="{634B391F-943E-4C90-819A-571A8A0076AC}" srcOrd="0" destOrd="0" presId="urn:microsoft.com/office/officeart/2005/8/layout/vList2"/>
    <dgm:cxn modelId="{65D800FF-7C95-4342-A10C-ACB557426B5B}" type="presParOf" srcId="{634B391F-943E-4C90-819A-571A8A0076AC}" destId="{725C5D74-0348-44CC-ABA6-619D426878A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9.xml><?xml version="1.0" encoding="utf-8"?>
<dgm:dataModel xmlns:dgm="http://schemas.openxmlformats.org/drawingml/2006/diagram" xmlns:a="http://schemas.openxmlformats.org/drawingml/2006/main">
  <dgm:ptLst>
    <dgm:pt modelId="{971B71BE-199A-492A-AC73-9F2E85FBCF7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3673007-FB47-4A7D-ACB6-40E05E611E4C}">
      <dgm:prSet/>
      <dgm:spPr/>
      <dgm:t>
        <a:bodyPr/>
        <a:lstStyle/>
        <a:p>
          <a:pPr algn="ctr" rtl="0"/>
          <a:r>
            <a:rPr lang="en-US" dirty="0"/>
            <a:t>Result of Effort variance and its X factors</a:t>
          </a:r>
        </a:p>
      </dgm:t>
    </dgm:pt>
    <dgm:pt modelId="{1804214E-C708-4CD9-BFBA-EA04178B2A80}" type="parTrans" cxnId="{3CA60E12-904C-4883-A617-093AD772CDBD}">
      <dgm:prSet/>
      <dgm:spPr/>
      <dgm:t>
        <a:bodyPr/>
        <a:lstStyle/>
        <a:p>
          <a:endParaRPr lang="en-IN"/>
        </a:p>
      </dgm:t>
    </dgm:pt>
    <dgm:pt modelId="{EB91C0D9-1BA5-4279-B41B-6320EDCFF363}" type="sibTrans" cxnId="{3CA60E12-904C-4883-A617-093AD772CDBD}">
      <dgm:prSet/>
      <dgm:spPr/>
      <dgm:t>
        <a:bodyPr/>
        <a:lstStyle/>
        <a:p>
          <a:endParaRPr lang="en-IN"/>
        </a:p>
      </dgm:t>
    </dgm:pt>
    <dgm:pt modelId="{3C0A3BB8-6763-46E5-9A53-024B5BA8E954}" type="pres">
      <dgm:prSet presAssocID="{971B71BE-199A-492A-AC73-9F2E85FBCF7E}" presName="linear" presStyleCnt="0">
        <dgm:presLayoutVars>
          <dgm:animLvl val="lvl"/>
          <dgm:resizeHandles val="exact"/>
        </dgm:presLayoutVars>
      </dgm:prSet>
      <dgm:spPr/>
    </dgm:pt>
    <dgm:pt modelId="{A8D0C361-2EE7-4555-8D0B-F7DB2BCC374F}" type="pres">
      <dgm:prSet presAssocID="{E3673007-FB47-4A7D-ACB6-40E05E611E4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8A7BA97-792F-43C9-818F-A1508994F3D2}" type="presOf" srcId="{E3673007-FB47-4A7D-ACB6-40E05E611E4C}" destId="{A8D0C361-2EE7-4555-8D0B-F7DB2BCC374F}" srcOrd="0" destOrd="0" presId="urn:microsoft.com/office/officeart/2005/8/layout/vList2"/>
    <dgm:cxn modelId="{016FAC33-800E-46A4-AAC2-2E6B78CD1E25}" type="presOf" srcId="{971B71BE-199A-492A-AC73-9F2E85FBCF7E}" destId="{3C0A3BB8-6763-46E5-9A53-024B5BA8E954}" srcOrd="0" destOrd="0" presId="urn:microsoft.com/office/officeart/2005/8/layout/vList2"/>
    <dgm:cxn modelId="{3CA60E12-904C-4883-A617-093AD772CDBD}" srcId="{971B71BE-199A-492A-AC73-9F2E85FBCF7E}" destId="{E3673007-FB47-4A7D-ACB6-40E05E611E4C}" srcOrd="0" destOrd="0" parTransId="{1804214E-C708-4CD9-BFBA-EA04178B2A80}" sibTransId="{EB91C0D9-1BA5-4279-B41B-6320EDCFF363}"/>
    <dgm:cxn modelId="{887ADB27-C29D-4F26-9D71-E015C9E55013}" type="presParOf" srcId="{3C0A3BB8-6763-46E5-9A53-024B5BA8E954}" destId="{A8D0C361-2EE7-4555-8D0B-F7DB2BCC374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0.xml><?xml version="1.0" encoding="utf-8"?>
<dgm:dataModel xmlns:dgm="http://schemas.openxmlformats.org/drawingml/2006/diagram" xmlns:a="http://schemas.openxmlformats.org/drawingml/2006/main">
  <dgm:ptLst>
    <dgm:pt modelId="{82D219BB-9347-41B4-BF52-2F253D4AAAE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F3133DE-9F70-49CF-97E6-F1B4227C14CD}">
      <dgm:prSet/>
      <dgm:spPr/>
      <dgm:t>
        <a:bodyPr/>
        <a:lstStyle/>
        <a:p>
          <a:pPr algn="ctr" rtl="0"/>
          <a:r>
            <a:rPr lang="en-US" dirty="0"/>
            <a:t>2 sample T test for Effort Variance</a:t>
          </a:r>
          <a:endParaRPr lang="en-US" b="0" i="0" baseline="0" dirty="0"/>
        </a:p>
      </dgm:t>
    </dgm:pt>
    <dgm:pt modelId="{0CAE9128-0761-4413-83B9-15A3EEBB6533}" type="parTrans" cxnId="{B314999E-0D72-4AFE-9B52-84FE1CFF8549}">
      <dgm:prSet/>
      <dgm:spPr/>
      <dgm:t>
        <a:bodyPr/>
        <a:lstStyle/>
        <a:p>
          <a:endParaRPr lang="en-IN"/>
        </a:p>
      </dgm:t>
    </dgm:pt>
    <dgm:pt modelId="{153FA42C-4D70-4AE1-8414-B90D6A990C4C}" type="sibTrans" cxnId="{B314999E-0D72-4AFE-9B52-84FE1CFF8549}">
      <dgm:prSet/>
      <dgm:spPr/>
      <dgm:t>
        <a:bodyPr/>
        <a:lstStyle/>
        <a:p>
          <a:endParaRPr lang="en-IN"/>
        </a:p>
      </dgm:t>
    </dgm:pt>
    <dgm:pt modelId="{DDFDD42B-90B6-477E-AD94-5A7667B5B1F6}" type="pres">
      <dgm:prSet presAssocID="{82D219BB-9347-41B4-BF52-2F253D4AAAE8}" presName="linear" presStyleCnt="0">
        <dgm:presLayoutVars>
          <dgm:animLvl val="lvl"/>
          <dgm:resizeHandles val="exact"/>
        </dgm:presLayoutVars>
      </dgm:prSet>
      <dgm:spPr/>
    </dgm:pt>
    <dgm:pt modelId="{BA124738-75FE-4838-9B57-CB1F76E6FF64}" type="pres">
      <dgm:prSet presAssocID="{DF3133DE-9F70-49CF-97E6-F1B4227C14C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4CABCC4-428C-4B68-B044-37C50E51FF55}" type="presOf" srcId="{82D219BB-9347-41B4-BF52-2F253D4AAAE8}" destId="{DDFDD42B-90B6-477E-AD94-5A7667B5B1F6}" srcOrd="0" destOrd="0" presId="urn:microsoft.com/office/officeart/2005/8/layout/vList2"/>
    <dgm:cxn modelId="{B314999E-0D72-4AFE-9B52-84FE1CFF8549}" srcId="{82D219BB-9347-41B4-BF52-2F253D4AAAE8}" destId="{DF3133DE-9F70-49CF-97E6-F1B4227C14CD}" srcOrd="0" destOrd="0" parTransId="{0CAE9128-0761-4413-83B9-15A3EEBB6533}" sibTransId="{153FA42C-4D70-4AE1-8414-B90D6A990C4C}"/>
    <dgm:cxn modelId="{9424F4FA-84D2-461E-8FEA-A00E6C6892B2}" type="presOf" srcId="{DF3133DE-9F70-49CF-97E6-F1B4227C14CD}" destId="{BA124738-75FE-4838-9B57-CB1F76E6FF64}" srcOrd="0" destOrd="0" presId="urn:microsoft.com/office/officeart/2005/8/layout/vList2"/>
    <dgm:cxn modelId="{3DF5F27D-A197-43BF-9E68-DA37B60E60A0}" type="presParOf" srcId="{DDFDD42B-90B6-477E-AD94-5A7667B5B1F6}" destId="{BA124738-75FE-4838-9B57-CB1F76E6FF64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1.xml><?xml version="1.0" encoding="utf-8"?>
<dgm:dataModel xmlns:dgm="http://schemas.openxmlformats.org/drawingml/2006/diagram" xmlns:a="http://schemas.openxmlformats.org/drawingml/2006/main">
  <dgm:ptLst>
    <dgm:pt modelId="{5DB5699D-88C6-4479-8A0C-5881C0FC757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0334B3F-4F7B-48F5-8BFB-B58B8327A431}">
      <dgm:prSet/>
      <dgm:spPr/>
      <dgm:t>
        <a:bodyPr/>
        <a:lstStyle/>
        <a:p>
          <a:pPr algn="ctr" rtl="0"/>
          <a:r>
            <a:rPr lang="en-US" dirty="0"/>
            <a:t>2 sample T test for RA Effort </a:t>
          </a:r>
          <a:endParaRPr lang="en-US" b="0" i="0" baseline="0" dirty="0"/>
        </a:p>
      </dgm:t>
    </dgm:pt>
    <dgm:pt modelId="{3B65BA90-3EEB-4AA5-9BB2-456008C02272}" type="parTrans" cxnId="{76627EFE-F67F-4AA3-A51D-822F28DBFE2A}">
      <dgm:prSet/>
      <dgm:spPr/>
      <dgm:t>
        <a:bodyPr/>
        <a:lstStyle/>
        <a:p>
          <a:endParaRPr lang="en-IN"/>
        </a:p>
      </dgm:t>
    </dgm:pt>
    <dgm:pt modelId="{EBAE5639-F57F-44BC-B5AD-99F0065708C6}" type="sibTrans" cxnId="{76627EFE-F67F-4AA3-A51D-822F28DBFE2A}">
      <dgm:prSet/>
      <dgm:spPr/>
      <dgm:t>
        <a:bodyPr/>
        <a:lstStyle/>
        <a:p>
          <a:endParaRPr lang="en-IN"/>
        </a:p>
      </dgm:t>
    </dgm:pt>
    <dgm:pt modelId="{0137CA31-8751-4088-8544-941C34613083}" type="pres">
      <dgm:prSet presAssocID="{5DB5699D-88C6-4479-8A0C-5881C0FC7575}" presName="linear" presStyleCnt="0">
        <dgm:presLayoutVars>
          <dgm:animLvl val="lvl"/>
          <dgm:resizeHandles val="exact"/>
        </dgm:presLayoutVars>
      </dgm:prSet>
      <dgm:spPr/>
    </dgm:pt>
    <dgm:pt modelId="{22CBCC91-0061-4418-B619-905A3FD50C6F}" type="pres">
      <dgm:prSet presAssocID="{10334B3F-4F7B-48F5-8BFB-B58B8327A43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6627EFE-F67F-4AA3-A51D-822F28DBFE2A}" srcId="{5DB5699D-88C6-4479-8A0C-5881C0FC7575}" destId="{10334B3F-4F7B-48F5-8BFB-B58B8327A431}" srcOrd="0" destOrd="0" parTransId="{3B65BA90-3EEB-4AA5-9BB2-456008C02272}" sibTransId="{EBAE5639-F57F-44BC-B5AD-99F0065708C6}"/>
    <dgm:cxn modelId="{B1230024-FD74-42D5-8F3C-8926E7A22C13}" type="presOf" srcId="{5DB5699D-88C6-4479-8A0C-5881C0FC7575}" destId="{0137CA31-8751-4088-8544-941C34613083}" srcOrd="0" destOrd="0" presId="urn:microsoft.com/office/officeart/2005/8/layout/vList2"/>
    <dgm:cxn modelId="{F6E848D2-1246-4AB2-979E-FC025FD8EE8F}" type="presOf" srcId="{10334B3F-4F7B-48F5-8BFB-B58B8327A431}" destId="{22CBCC91-0061-4418-B619-905A3FD50C6F}" srcOrd="0" destOrd="0" presId="urn:microsoft.com/office/officeart/2005/8/layout/vList2"/>
    <dgm:cxn modelId="{555610D7-2FB9-4974-85D0-E5547A679052}" type="presParOf" srcId="{0137CA31-8751-4088-8544-941C34613083}" destId="{22CBCC91-0061-4418-B619-905A3FD50C6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2.xml><?xml version="1.0" encoding="utf-8"?>
<dgm:dataModel xmlns:dgm="http://schemas.openxmlformats.org/drawingml/2006/diagram" xmlns:a="http://schemas.openxmlformats.org/drawingml/2006/main">
  <dgm:ptLst>
    <dgm:pt modelId="{2A1B344B-1F85-4314-9F89-4ED16C72A7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C344DC6-972C-4A15-9075-57C561F69C04}">
      <dgm:prSet/>
      <dgm:spPr/>
      <dgm:t>
        <a:bodyPr/>
        <a:lstStyle/>
        <a:p>
          <a:pPr algn="ctr" rtl="0"/>
          <a:r>
            <a:rPr lang="en-US" dirty="0"/>
            <a:t>2 sample T test for RA Review Effort </a:t>
          </a:r>
          <a:endParaRPr lang="en-US" b="0" i="0" baseline="0" dirty="0"/>
        </a:p>
      </dgm:t>
    </dgm:pt>
    <dgm:pt modelId="{6AAA0743-F69D-4DD4-A846-07E158AE4FA1}" type="parTrans" cxnId="{DE44907D-406E-4EA4-8B6D-2B99EF5F4031}">
      <dgm:prSet/>
      <dgm:spPr/>
      <dgm:t>
        <a:bodyPr/>
        <a:lstStyle/>
        <a:p>
          <a:endParaRPr lang="en-IN"/>
        </a:p>
      </dgm:t>
    </dgm:pt>
    <dgm:pt modelId="{1AF8D18A-9318-4239-A364-AC9318A58889}" type="sibTrans" cxnId="{DE44907D-406E-4EA4-8B6D-2B99EF5F4031}">
      <dgm:prSet/>
      <dgm:spPr/>
      <dgm:t>
        <a:bodyPr/>
        <a:lstStyle/>
        <a:p>
          <a:endParaRPr lang="en-IN"/>
        </a:p>
      </dgm:t>
    </dgm:pt>
    <dgm:pt modelId="{EDCC38BB-AD86-4E0A-BEE9-F36C1CE5A8B4}" type="pres">
      <dgm:prSet presAssocID="{2A1B344B-1F85-4314-9F89-4ED16C72A748}" presName="linear" presStyleCnt="0">
        <dgm:presLayoutVars>
          <dgm:animLvl val="lvl"/>
          <dgm:resizeHandles val="exact"/>
        </dgm:presLayoutVars>
      </dgm:prSet>
      <dgm:spPr/>
    </dgm:pt>
    <dgm:pt modelId="{BCE3A63B-E320-4FEB-A056-63843BBCF606}" type="pres">
      <dgm:prSet presAssocID="{9C344DC6-972C-4A15-9075-57C561F69C0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80B60B8-78CC-44D0-9F61-2041175D7377}" type="presOf" srcId="{9C344DC6-972C-4A15-9075-57C561F69C04}" destId="{BCE3A63B-E320-4FEB-A056-63843BBCF606}" srcOrd="0" destOrd="0" presId="urn:microsoft.com/office/officeart/2005/8/layout/vList2"/>
    <dgm:cxn modelId="{DE44907D-406E-4EA4-8B6D-2B99EF5F4031}" srcId="{2A1B344B-1F85-4314-9F89-4ED16C72A748}" destId="{9C344DC6-972C-4A15-9075-57C561F69C04}" srcOrd="0" destOrd="0" parTransId="{6AAA0743-F69D-4DD4-A846-07E158AE4FA1}" sibTransId="{1AF8D18A-9318-4239-A364-AC9318A58889}"/>
    <dgm:cxn modelId="{1CAC9D91-3861-4671-999B-28335E2DF74B}" type="presOf" srcId="{2A1B344B-1F85-4314-9F89-4ED16C72A748}" destId="{EDCC38BB-AD86-4E0A-BEE9-F36C1CE5A8B4}" srcOrd="0" destOrd="0" presId="urn:microsoft.com/office/officeart/2005/8/layout/vList2"/>
    <dgm:cxn modelId="{FEE992DF-FEE5-4A37-BF5F-C271CF262E48}" type="presParOf" srcId="{EDCC38BB-AD86-4E0A-BEE9-F36C1CE5A8B4}" destId="{BCE3A63B-E320-4FEB-A056-63843BBCF60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3.xml><?xml version="1.0" encoding="utf-8"?>
<dgm:dataModel xmlns:dgm="http://schemas.openxmlformats.org/drawingml/2006/diagram" xmlns:a="http://schemas.openxmlformats.org/drawingml/2006/main">
  <dgm:ptLst>
    <dgm:pt modelId="{F1916091-A223-497F-8D3C-0076E840880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9F53A43-7AA9-46BA-93FF-F993DA96381C}">
      <dgm:prSet/>
      <dgm:spPr/>
      <dgm:t>
        <a:bodyPr/>
        <a:lstStyle/>
        <a:p>
          <a:pPr algn="ctr" rtl="0"/>
          <a:r>
            <a:rPr lang="en-US" dirty="0"/>
            <a:t>Data comparison for Cycle Time Cycle I and Cycle II</a:t>
          </a:r>
          <a:endParaRPr lang="en-US" b="0" i="0" baseline="0" dirty="0"/>
        </a:p>
      </dgm:t>
    </dgm:pt>
    <dgm:pt modelId="{A293D3A6-6CEE-43B0-9E0D-54F9A2C1E031}" type="parTrans" cxnId="{8DB8A887-EC5D-4943-BEC4-33AAFC9F44B9}">
      <dgm:prSet/>
      <dgm:spPr/>
      <dgm:t>
        <a:bodyPr/>
        <a:lstStyle/>
        <a:p>
          <a:endParaRPr lang="en-IN"/>
        </a:p>
      </dgm:t>
    </dgm:pt>
    <dgm:pt modelId="{E12F616A-696D-462D-8988-F778036E17B0}" type="sibTrans" cxnId="{8DB8A887-EC5D-4943-BEC4-33AAFC9F44B9}">
      <dgm:prSet/>
      <dgm:spPr/>
      <dgm:t>
        <a:bodyPr/>
        <a:lstStyle/>
        <a:p>
          <a:endParaRPr lang="en-IN"/>
        </a:p>
      </dgm:t>
    </dgm:pt>
    <dgm:pt modelId="{029EDA60-81F2-4465-91EC-9B5044F29665}" type="pres">
      <dgm:prSet presAssocID="{F1916091-A223-497F-8D3C-0076E8408805}" presName="linear" presStyleCnt="0">
        <dgm:presLayoutVars>
          <dgm:animLvl val="lvl"/>
          <dgm:resizeHandles val="exact"/>
        </dgm:presLayoutVars>
      </dgm:prSet>
      <dgm:spPr/>
    </dgm:pt>
    <dgm:pt modelId="{E1580AE4-63FE-48F8-A49A-D4355B28AF1F}" type="pres">
      <dgm:prSet presAssocID="{A9F53A43-7AA9-46BA-93FF-F993DA96381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DB8A887-EC5D-4943-BEC4-33AAFC9F44B9}" srcId="{F1916091-A223-497F-8D3C-0076E8408805}" destId="{A9F53A43-7AA9-46BA-93FF-F993DA96381C}" srcOrd="0" destOrd="0" parTransId="{A293D3A6-6CEE-43B0-9E0D-54F9A2C1E031}" sibTransId="{E12F616A-696D-462D-8988-F778036E17B0}"/>
    <dgm:cxn modelId="{41F98ECF-6B46-4402-B5EB-719B9DEDFB2B}" type="presOf" srcId="{F1916091-A223-497F-8D3C-0076E8408805}" destId="{029EDA60-81F2-4465-91EC-9B5044F29665}" srcOrd="0" destOrd="0" presId="urn:microsoft.com/office/officeart/2005/8/layout/vList2"/>
    <dgm:cxn modelId="{341D1BC8-B678-4710-8CE2-C5B354A3C333}" type="presOf" srcId="{A9F53A43-7AA9-46BA-93FF-F993DA96381C}" destId="{E1580AE4-63FE-48F8-A49A-D4355B28AF1F}" srcOrd="0" destOrd="0" presId="urn:microsoft.com/office/officeart/2005/8/layout/vList2"/>
    <dgm:cxn modelId="{954279AA-F8F6-4BC6-9857-A75C929D3C6A}" type="presParOf" srcId="{029EDA60-81F2-4465-91EC-9B5044F29665}" destId="{E1580AE4-63FE-48F8-A49A-D4355B28AF1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4.xml><?xml version="1.0" encoding="utf-8"?>
<dgm:dataModel xmlns:dgm="http://schemas.openxmlformats.org/drawingml/2006/diagram" xmlns:a="http://schemas.openxmlformats.org/drawingml/2006/main">
  <dgm:ptLst>
    <dgm:pt modelId="{4A2D7958-BC8F-4AA8-96EB-C9949F5CB2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1149E84-5EE1-48E5-89FD-660FB2DFF556}">
      <dgm:prSet/>
      <dgm:spPr/>
      <dgm:t>
        <a:bodyPr/>
        <a:lstStyle/>
        <a:p>
          <a:pPr algn="ctr" rtl="0"/>
          <a:r>
            <a:rPr lang="en-US" dirty="0"/>
            <a:t>Result of  Cycle Time and its X factors</a:t>
          </a:r>
          <a:endParaRPr lang="en-US" b="0" i="0" baseline="0" dirty="0"/>
        </a:p>
      </dgm:t>
    </dgm:pt>
    <dgm:pt modelId="{A57AB157-1FF3-4511-AE03-52AB8CF85662}" type="parTrans" cxnId="{2009CC81-615F-4915-8382-82F00025A067}">
      <dgm:prSet/>
      <dgm:spPr/>
      <dgm:t>
        <a:bodyPr/>
        <a:lstStyle/>
        <a:p>
          <a:endParaRPr lang="en-IN"/>
        </a:p>
      </dgm:t>
    </dgm:pt>
    <dgm:pt modelId="{7977D18E-1BA8-4E78-B5B3-7BC57995AD72}" type="sibTrans" cxnId="{2009CC81-615F-4915-8382-82F00025A067}">
      <dgm:prSet/>
      <dgm:spPr/>
      <dgm:t>
        <a:bodyPr/>
        <a:lstStyle/>
        <a:p>
          <a:endParaRPr lang="en-IN"/>
        </a:p>
      </dgm:t>
    </dgm:pt>
    <dgm:pt modelId="{E41AE0F5-230C-470A-A0A7-DA7503FD7EBF}" type="pres">
      <dgm:prSet presAssocID="{4A2D7958-BC8F-4AA8-96EB-C9949F5CB2C4}" presName="linear" presStyleCnt="0">
        <dgm:presLayoutVars>
          <dgm:animLvl val="lvl"/>
          <dgm:resizeHandles val="exact"/>
        </dgm:presLayoutVars>
      </dgm:prSet>
      <dgm:spPr/>
    </dgm:pt>
    <dgm:pt modelId="{6DF8C047-8D02-46FE-A405-1827B70C6AEB}" type="pres">
      <dgm:prSet presAssocID="{61149E84-5EE1-48E5-89FD-660FB2DFF55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009CC81-615F-4915-8382-82F00025A067}" srcId="{4A2D7958-BC8F-4AA8-96EB-C9949F5CB2C4}" destId="{61149E84-5EE1-48E5-89FD-660FB2DFF556}" srcOrd="0" destOrd="0" parTransId="{A57AB157-1FF3-4511-AE03-52AB8CF85662}" sibTransId="{7977D18E-1BA8-4E78-B5B3-7BC57995AD72}"/>
    <dgm:cxn modelId="{5FDD161C-1059-4FF6-8641-3893D34C82DD}" type="presOf" srcId="{61149E84-5EE1-48E5-89FD-660FB2DFF556}" destId="{6DF8C047-8D02-46FE-A405-1827B70C6AEB}" srcOrd="0" destOrd="0" presId="urn:microsoft.com/office/officeart/2005/8/layout/vList2"/>
    <dgm:cxn modelId="{E6AF68A8-9ED4-424E-BF37-DC5B0CEFF95C}" type="presOf" srcId="{4A2D7958-BC8F-4AA8-96EB-C9949F5CB2C4}" destId="{E41AE0F5-230C-470A-A0A7-DA7503FD7EBF}" srcOrd="0" destOrd="0" presId="urn:microsoft.com/office/officeart/2005/8/layout/vList2"/>
    <dgm:cxn modelId="{9C4B23A1-8D1F-47B9-B295-57A32E85AD4D}" type="presParOf" srcId="{E41AE0F5-230C-470A-A0A7-DA7503FD7EBF}" destId="{6DF8C047-8D02-46FE-A405-1827B70C6AE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5.xml><?xml version="1.0" encoding="utf-8"?>
<dgm:dataModel xmlns:dgm="http://schemas.openxmlformats.org/drawingml/2006/diagram" xmlns:a="http://schemas.openxmlformats.org/drawingml/2006/main">
  <dgm:ptLst>
    <dgm:pt modelId="{CC8A583C-6630-41DF-889D-398AAA9DE0D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896EB32-F728-4051-A68A-3BA46A091498}">
      <dgm:prSet/>
      <dgm:spPr/>
      <dgm:t>
        <a:bodyPr/>
        <a:lstStyle/>
        <a:p>
          <a:pPr algn="ctr" rtl="0"/>
          <a:r>
            <a:rPr lang="en-US" dirty="0"/>
            <a:t>2 sample T test for Cycle Time Per FP</a:t>
          </a:r>
          <a:endParaRPr lang="en-US" b="0" i="0" baseline="0" dirty="0"/>
        </a:p>
      </dgm:t>
    </dgm:pt>
    <dgm:pt modelId="{9A417B79-99F0-42FE-B58C-8E1BCEC87DF3}" type="parTrans" cxnId="{49858565-71C6-4C03-98CF-13BACD5DAD68}">
      <dgm:prSet/>
      <dgm:spPr/>
      <dgm:t>
        <a:bodyPr/>
        <a:lstStyle/>
        <a:p>
          <a:endParaRPr lang="en-IN"/>
        </a:p>
      </dgm:t>
    </dgm:pt>
    <dgm:pt modelId="{DC5148DF-0298-4CFE-AF5B-1704C5695130}" type="sibTrans" cxnId="{49858565-71C6-4C03-98CF-13BACD5DAD68}">
      <dgm:prSet/>
      <dgm:spPr/>
      <dgm:t>
        <a:bodyPr/>
        <a:lstStyle/>
        <a:p>
          <a:endParaRPr lang="en-IN"/>
        </a:p>
      </dgm:t>
    </dgm:pt>
    <dgm:pt modelId="{928A81C8-BA8D-4162-8602-16D55C56F799}" type="pres">
      <dgm:prSet presAssocID="{CC8A583C-6630-41DF-889D-398AAA9DE0DB}" presName="linear" presStyleCnt="0">
        <dgm:presLayoutVars>
          <dgm:animLvl val="lvl"/>
          <dgm:resizeHandles val="exact"/>
        </dgm:presLayoutVars>
      </dgm:prSet>
      <dgm:spPr/>
    </dgm:pt>
    <dgm:pt modelId="{607CEEA9-6762-4AD0-83B3-701814066776}" type="pres">
      <dgm:prSet presAssocID="{4896EB32-F728-4051-A68A-3BA46A09149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AFE29AB-C8B3-4673-B49D-708CBF2ADD93}" type="presOf" srcId="{CC8A583C-6630-41DF-889D-398AAA9DE0DB}" destId="{928A81C8-BA8D-4162-8602-16D55C56F799}" srcOrd="0" destOrd="0" presId="urn:microsoft.com/office/officeart/2005/8/layout/vList2"/>
    <dgm:cxn modelId="{EFFFD8ED-656C-4A7A-A3D5-3B5DBBD82CCB}" type="presOf" srcId="{4896EB32-F728-4051-A68A-3BA46A091498}" destId="{607CEEA9-6762-4AD0-83B3-701814066776}" srcOrd="0" destOrd="0" presId="urn:microsoft.com/office/officeart/2005/8/layout/vList2"/>
    <dgm:cxn modelId="{49858565-71C6-4C03-98CF-13BACD5DAD68}" srcId="{CC8A583C-6630-41DF-889D-398AAA9DE0DB}" destId="{4896EB32-F728-4051-A68A-3BA46A091498}" srcOrd="0" destOrd="0" parTransId="{9A417B79-99F0-42FE-B58C-8E1BCEC87DF3}" sibTransId="{DC5148DF-0298-4CFE-AF5B-1704C5695130}"/>
    <dgm:cxn modelId="{7B5FB13F-3B68-434D-A22E-3E4512F385D8}" type="presParOf" srcId="{928A81C8-BA8D-4162-8602-16D55C56F799}" destId="{607CEEA9-6762-4AD0-83B3-70181406677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6.xml><?xml version="1.0" encoding="utf-8"?>
<dgm:dataModel xmlns:dgm="http://schemas.openxmlformats.org/drawingml/2006/diagram" xmlns:a="http://schemas.openxmlformats.org/drawingml/2006/main">
  <dgm:ptLst>
    <dgm:pt modelId="{F32889FF-3E7C-4EF1-AA79-49DD9F09048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C09EC7B3-0A6B-4D5E-B658-B73AF263BE0A}">
      <dgm:prSet/>
      <dgm:spPr/>
      <dgm:t>
        <a:bodyPr/>
        <a:lstStyle/>
        <a:p>
          <a:pPr algn="ctr" rtl="0"/>
          <a:r>
            <a:rPr lang="en-US" dirty="0"/>
            <a:t>2 sample T test for Coding Effort </a:t>
          </a:r>
        </a:p>
      </dgm:t>
    </dgm:pt>
    <dgm:pt modelId="{B5233FBF-63B3-4A02-BD50-123E776804B3}" type="parTrans" cxnId="{5C60D0BD-A524-4213-A106-6D300408DCBF}">
      <dgm:prSet/>
      <dgm:spPr/>
      <dgm:t>
        <a:bodyPr/>
        <a:lstStyle/>
        <a:p>
          <a:endParaRPr lang="en-IN"/>
        </a:p>
      </dgm:t>
    </dgm:pt>
    <dgm:pt modelId="{5E855B7A-C670-4800-8E89-1C6787B5D6A9}" type="sibTrans" cxnId="{5C60D0BD-A524-4213-A106-6D300408DCBF}">
      <dgm:prSet/>
      <dgm:spPr/>
      <dgm:t>
        <a:bodyPr/>
        <a:lstStyle/>
        <a:p>
          <a:endParaRPr lang="en-IN"/>
        </a:p>
      </dgm:t>
    </dgm:pt>
    <dgm:pt modelId="{8AB8C8DA-0B85-406A-9AAA-4A2EEA6447BA}" type="pres">
      <dgm:prSet presAssocID="{F32889FF-3E7C-4EF1-AA79-49DD9F09048F}" presName="linear" presStyleCnt="0">
        <dgm:presLayoutVars>
          <dgm:animLvl val="lvl"/>
          <dgm:resizeHandles val="exact"/>
        </dgm:presLayoutVars>
      </dgm:prSet>
      <dgm:spPr/>
    </dgm:pt>
    <dgm:pt modelId="{C1A9CB7F-E630-4ADB-B774-9E00F8713C3F}" type="pres">
      <dgm:prSet presAssocID="{C09EC7B3-0A6B-4D5E-B658-B73AF263BE0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6056766-B81C-420A-870D-1A35689772BE}" type="presOf" srcId="{F32889FF-3E7C-4EF1-AA79-49DD9F09048F}" destId="{8AB8C8DA-0B85-406A-9AAA-4A2EEA6447BA}" srcOrd="0" destOrd="0" presId="urn:microsoft.com/office/officeart/2005/8/layout/vList2"/>
    <dgm:cxn modelId="{5C60D0BD-A524-4213-A106-6D300408DCBF}" srcId="{F32889FF-3E7C-4EF1-AA79-49DD9F09048F}" destId="{C09EC7B3-0A6B-4D5E-B658-B73AF263BE0A}" srcOrd="0" destOrd="0" parTransId="{B5233FBF-63B3-4A02-BD50-123E776804B3}" sibTransId="{5E855B7A-C670-4800-8E89-1C6787B5D6A9}"/>
    <dgm:cxn modelId="{E5EBDDE5-8BF3-4718-A7D1-4D896DBD6F80}" type="presOf" srcId="{C09EC7B3-0A6B-4D5E-B658-B73AF263BE0A}" destId="{C1A9CB7F-E630-4ADB-B774-9E00F8713C3F}" srcOrd="0" destOrd="0" presId="urn:microsoft.com/office/officeart/2005/8/layout/vList2"/>
    <dgm:cxn modelId="{0C4AE93F-19AB-4998-9200-B58F5BE9EB26}" type="presParOf" srcId="{8AB8C8DA-0B85-406A-9AAA-4A2EEA6447BA}" destId="{C1A9CB7F-E630-4ADB-B774-9E00F8713C3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7.xml><?xml version="1.0" encoding="utf-8"?>
<dgm:dataModel xmlns:dgm="http://schemas.openxmlformats.org/drawingml/2006/diagram" xmlns:a="http://schemas.openxmlformats.org/drawingml/2006/main">
  <dgm:ptLst>
    <dgm:pt modelId="{AAEDBC3B-F6A1-4EC5-A1E1-763CBDF7479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DACDBA9-12EB-4282-87C8-DF0D87E60821}">
      <dgm:prSet/>
      <dgm:spPr/>
      <dgm:t>
        <a:bodyPr/>
        <a:lstStyle/>
        <a:p>
          <a:pPr algn="ctr" rtl="0"/>
          <a:r>
            <a:rPr lang="en-US" dirty="0"/>
            <a:t>2 sample T test for Test Preparation Effort</a:t>
          </a:r>
        </a:p>
      </dgm:t>
    </dgm:pt>
    <dgm:pt modelId="{7DE20F39-975A-4EF2-BB3D-1B506B196146}" type="parTrans" cxnId="{07A581F8-CBE0-4E9D-9F7E-BDBDCC68D69C}">
      <dgm:prSet/>
      <dgm:spPr/>
      <dgm:t>
        <a:bodyPr/>
        <a:lstStyle/>
        <a:p>
          <a:endParaRPr lang="en-IN"/>
        </a:p>
      </dgm:t>
    </dgm:pt>
    <dgm:pt modelId="{031B666A-7891-4817-9F92-5452F4D0583C}" type="sibTrans" cxnId="{07A581F8-CBE0-4E9D-9F7E-BDBDCC68D69C}">
      <dgm:prSet/>
      <dgm:spPr/>
      <dgm:t>
        <a:bodyPr/>
        <a:lstStyle/>
        <a:p>
          <a:endParaRPr lang="en-IN"/>
        </a:p>
      </dgm:t>
    </dgm:pt>
    <dgm:pt modelId="{EB273A4F-A0DD-4FCB-A5B3-5EFA742EC08F}" type="pres">
      <dgm:prSet presAssocID="{AAEDBC3B-F6A1-4EC5-A1E1-763CBDF74798}" presName="linear" presStyleCnt="0">
        <dgm:presLayoutVars>
          <dgm:animLvl val="lvl"/>
          <dgm:resizeHandles val="exact"/>
        </dgm:presLayoutVars>
      </dgm:prSet>
      <dgm:spPr/>
    </dgm:pt>
    <dgm:pt modelId="{CABF5298-C498-4953-B3B5-011C9EE653A5}" type="pres">
      <dgm:prSet presAssocID="{EDACDBA9-12EB-4282-87C8-DF0D87E6082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A581F8-CBE0-4E9D-9F7E-BDBDCC68D69C}" srcId="{AAEDBC3B-F6A1-4EC5-A1E1-763CBDF74798}" destId="{EDACDBA9-12EB-4282-87C8-DF0D87E60821}" srcOrd="0" destOrd="0" parTransId="{7DE20F39-975A-4EF2-BB3D-1B506B196146}" sibTransId="{031B666A-7891-4817-9F92-5452F4D0583C}"/>
    <dgm:cxn modelId="{96418241-4298-4400-973D-3CFF71B84AA2}" type="presOf" srcId="{EDACDBA9-12EB-4282-87C8-DF0D87E60821}" destId="{CABF5298-C498-4953-B3B5-011C9EE653A5}" srcOrd="0" destOrd="0" presId="urn:microsoft.com/office/officeart/2005/8/layout/vList2"/>
    <dgm:cxn modelId="{03E4C7C6-D070-47E7-9550-657063D89448}" type="presOf" srcId="{AAEDBC3B-F6A1-4EC5-A1E1-763CBDF74798}" destId="{EB273A4F-A0DD-4FCB-A5B3-5EFA742EC08F}" srcOrd="0" destOrd="0" presId="urn:microsoft.com/office/officeart/2005/8/layout/vList2"/>
    <dgm:cxn modelId="{44AEEF95-9594-4140-916B-DC610C02D3C5}" type="presParOf" srcId="{EB273A4F-A0DD-4FCB-A5B3-5EFA742EC08F}" destId="{CABF5298-C498-4953-B3B5-011C9EE653A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8.xml><?xml version="1.0" encoding="utf-8"?>
<dgm:dataModel xmlns:dgm="http://schemas.openxmlformats.org/drawingml/2006/diagram" xmlns:a="http://schemas.openxmlformats.org/drawingml/2006/main">
  <dgm:ptLst>
    <dgm:pt modelId="{DAEA1013-69A0-4F81-8987-44F6F86646C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1BA5872-A512-4DB9-9549-BB30108EFBCB}">
      <dgm:prSet/>
      <dgm:spPr/>
      <dgm:t>
        <a:bodyPr/>
        <a:lstStyle/>
        <a:p>
          <a:pPr algn="ctr" rtl="0"/>
          <a:r>
            <a:rPr lang="en-US" dirty="0"/>
            <a:t>Data of  EV (Y) and its X Factors for Cycle-II</a:t>
          </a:r>
          <a:endParaRPr lang="en-IN" dirty="0"/>
        </a:p>
      </dgm:t>
    </dgm:pt>
    <dgm:pt modelId="{69B1CBD6-170F-4AF4-9E3D-DC133C490499}" type="parTrans" cxnId="{3BE9C7FF-4CC8-44F1-B4E1-9697841A4013}">
      <dgm:prSet/>
      <dgm:spPr/>
      <dgm:t>
        <a:bodyPr/>
        <a:lstStyle/>
        <a:p>
          <a:endParaRPr lang="en-IN"/>
        </a:p>
      </dgm:t>
    </dgm:pt>
    <dgm:pt modelId="{85952398-E261-49FE-9BA7-FAAAD12DB0AA}" type="sibTrans" cxnId="{3BE9C7FF-4CC8-44F1-B4E1-9697841A4013}">
      <dgm:prSet/>
      <dgm:spPr/>
      <dgm:t>
        <a:bodyPr/>
        <a:lstStyle/>
        <a:p>
          <a:endParaRPr lang="en-IN"/>
        </a:p>
      </dgm:t>
    </dgm:pt>
    <dgm:pt modelId="{3F6ABC64-A07F-4B78-9C0D-80D7E7B1C01A}" type="pres">
      <dgm:prSet presAssocID="{DAEA1013-69A0-4F81-8987-44F6F86646C1}" presName="linear" presStyleCnt="0">
        <dgm:presLayoutVars>
          <dgm:animLvl val="lvl"/>
          <dgm:resizeHandles val="exact"/>
        </dgm:presLayoutVars>
      </dgm:prSet>
      <dgm:spPr/>
    </dgm:pt>
    <dgm:pt modelId="{1CFC1B5F-EF54-4927-A450-0A38FCE2F112}" type="pres">
      <dgm:prSet presAssocID="{A1BA5872-A512-4DB9-9549-BB30108EFBC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BE9C7FF-4CC8-44F1-B4E1-9697841A4013}" srcId="{DAEA1013-69A0-4F81-8987-44F6F86646C1}" destId="{A1BA5872-A512-4DB9-9549-BB30108EFBCB}" srcOrd="0" destOrd="0" parTransId="{69B1CBD6-170F-4AF4-9E3D-DC133C490499}" sibTransId="{85952398-E261-49FE-9BA7-FAAAD12DB0AA}"/>
    <dgm:cxn modelId="{D711D592-B0D4-4AEE-B15E-A7A6BFA13372}" type="presOf" srcId="{A1BA5872-A512-4DB9-9549-BB30108EFBCB}" destId="{1CFC1B5F-EF54-4927-A450-0A38FCE2F112}" srcOrd="0" destOrd="0" presId="urn:microsoft.com/office/officeart/2005/8/layout/vList2"/>
    <dgm:cxn modelId="{94B29EA3-FC0E-47AB-8F7C-54C890D1CADD}" type="presOf" srcId="{DAEA1013-69A0-4F81-8987-44F6F86646C1}" destId="{3F6ABC64-A07F-4B78-9C0D-80D7E7B1C01A}" srcOrd="0" destOrd="0" presId="urn:microsoft.com/office/officeart/2005/8/layout/vList2"/>
    <dgm:cxn modelId="{11B734CA-37F2-401A-A9E2-5695E1536517}" type="presParOf" srcId="{3F6ABC64-A07F-4B78-9C0D-80D7E7B1C01A}" destId="{1CFC1B5F-EF54-4927-A450-0A38FCE2F11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9.xml><?xml version="1.0" encoding="utf-8"?>
<dgm:dataModel xmlns:dgm="http://schemas.openxmlformats.org/drawingml/2006/diagram" xmlns:a="http://schemas.openxmlformats.org/drawingml/2006/main">
  <dgm:ptLst>
    <dgm:pt modelId="{F0F4D3C5-8D0D-4BFC-9361-6B25389965D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5638A4B-0ED6-4C3F-BDA4-BB168F4E5ED9}">
      <dgm:prSet/>
      <dgm:spPr/>
      <dgm:t>
        <a:bodyPr/>
        <a:lstStyle/>
        <a:p>
          <a:pPr algn="ctr" rtl="0"/>
          <a:r>
            <a:rPr lang="en-US" dirty="0"/>
            <a:t>Regression Equation For  Cycle II – Effort Variance</a:t>
          </a:r>
          <a:endParaRPr lang="en-IN" dirty="0"/>
        </a:p>
      </dgm:t>
    </dgm:pt>
    <dgm:pt modelId="{712F7145-2C6A-4652-A43B-0481FF5ED883}" type="parTrans" cxnId="{55F0F951-60CA-48FB-80E8-C9768B9F9440}">
      <dgm:prSet/>
      <dgm:spPr/>
      <dgm:t>
        <a:bodyPr/>
        <a:lstStyle/>
        <a:p>
          <a:endParaRPr lang="en-IN"/>
        </a:p>
      </dgm:t>
    </dgm:pt>
    <dgm:pt modelId="{19C8DB78-501D-473F-9035-0D61695E5637}" type="sibTrans" cxnId="{55F0F951-60CA-48FB-80E8-C9768B9F9440}">
      <dgm:prSet/>
      <dgm:spPr/>
      <dgm:t>
        <a:bodyPr/>
        <a:lstStyle/>
        <a:p>
          <a:endParaRPr lang="en-IN"/>
        </a:p>
      </dgm:t>
    </dgm:pt>
    <dgm:pt modelId="{EC6748AB-C1BC-4914-A0CB-E89BF3A0679A}" type="pres">
      <dgm:prSet presAssocID="{F0F4D3C5-8D0D-4BFC-9361-6B25389965DC}" presName="linear" presStyleCnt="0">
        <dgm:presLayoutVars>
          <dgm:animLvl val="lvl"/>
          <dgm:resizeHandles val="exact"/>
        </dgm:presLayoutVars>
      </dgm:prSet>
      <dgm:spPr/>
    </dgm:pt>
    <dgm:pt modelId="{6AC32D06-67C3-45D9-83F5-8C6699CAE09B}" type="pres">
      <dgm:prSet presAssocID="{F5638A4B-0ED6-4C3F-BDA4-BB168F4E5ED9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5F0F951-60CA-48FB-80E8-C9768B9F9440}" srcId="{F0F4D3C5-8D0D-4BFC-9361-6B25389965DC}" destId="{F5638A4B-0ED6-4C3F-BDA4-BB168F4E5ED9}" srcOrd="0" destOrd="0" parTransId="{712F7145-2C6A-4652-A43B-0481FF5ED883}" sibTransId="{19C8DB78-501D-473F-9035-0D61695E5637}"/>
    <dgm:cxn modelId="{7246114A-3651-4642-9358-24DF36BB8492}" type="presOf" srcId="{F0F4D3C5-8D0D-4BFC-9361-6B25389965DC}" destId="{EC6748AB-C1BC-4914-A0CB-E89BF3A0679A}" srcOrd="0" destOrd="0" presId="urn:microsoft.com/office/officeart/2005/8/layout/vList2"/>
    <dgm:cxn modelId="{BFAFD0EB-87D5-46BE-A301-174778410F76}" type="presOf" srcId="{F5638A4B-0ED6-4C3F-BDA4-BB168F4E5ED9}" destId="{6AC32D06-67C3-45D9-83F5-8C6699CAE09B}" srcOrd="0" destOrd="0" presId="urn:microsoft.com/office/officeart/2005/8/layout/vList2"/>
    <dgm:cxn modelId="{9119F092-4471-49F6-A73B-9DBE67588B87}" type="presParOf" srcId="{EC6748AB-C1BC-4914-A0CB-E89BF3A0679A}" destId="{6AC32D06-67C3-45D9-83F5-8C6699CAE09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0.xml><?xml version="1.0" encoding="utf-8"?>
<dgm:dataModel xmlns:dgm="http://schemas.openxmlformats.org/drawingml/2006/diagram" xmlns:a="http://schemas.openxmlformats.org/drawingml/2006/main">
  <dgm:ptLst>
    <dgm:pt modelId="{5D1E3380-CBDB-4324-8399-2C131225A2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565C0F85-8A8B-47ED-8E87-7A85AC0F3961}">
      <dgm:prSet/>
      <dgm:spPr/>
      <dgm:t>
        <a:bodyPr/>
        <a:lstStyle/>
        <a:p>
          <a:pPr algn="ctr" rtl="0"/>
          <a:r>
            <a:rPr lang="en-US" dirty="0"/>
            <a:t>What if Analysis (Target of Effort variance 5% and target of </a:t>
          </a:r>
          <a:r>
            <a:rPr lang="en-US" dirty="0" err="1"/>
            <a:t>St.Dev</a:t>
          </a:r>
          <a:r>
            <a:rPr lang="en-US" dirty="0"/>
            <a:t> is 3%)</a:t>
          </a:r>
          <a:br>
            <a:rPr lang="en-US" dirty="0"/>
          </a:br>
          <a:r>
            <a:rPr lang="en-US" dirty="0"/>
            <a:t> EV_Cycle12 = 0.399 - 0.104 RA/FP_Cycle12 - 0.342 RA Review/FP_Cycle12</a:t>
          </a:r>
          <a:endParaRPr lang="en-IN" dirty="0"/>
        </a:p>
      </dgm:t>
    </dgm:pt>
    <dgm:pt modelId="{75019F1F-0D74-4587-BD10-D80DF6ABF43D}" type="parTrans" cxnId="{4DECD8A3-0FEB-4926-B6E2-696A10FC6DA5}">
      <dgm:prSet/>
      <dgm:spPr/>
      <dgm:t>
        <a:bodyPr/>
        <a:lstStyle/>
        <a:p>
          <a:endParaRPr lang="en-IN"/>
        </a:p>
      </dgm:t>
    </dgm:pt>
    <dgm:pt modelId="{F5F65E0C-E64A-4D6F-B966-E4B13246979F}" type="sibTrans" cxnId="{4DECD8A3-0FEB-4926-B6E2-696A10FC6DA5}">
      <dgm:prSet/>
      <dgm:spPr/>
      <dgm:t>
        <a:bodyPr/>
        <a:lstStyle/>
        <a:p>
          <a:endParaRPr lang="en-IN"/>
        </a:p>
      </dgm:t>
    </dgm:pt>
    <dgm:pt modelId="{693CE9B2-7D11-487D-82A0-8C814417E05B}" type="pres">
      <dgm:prSet presAssocID="{5D1E3380-CBDB-4324-8399-2C131225A265}" presName="linear" presStyleCnt="0">
        <dgm:presLayoutVars>
          <dgm:animLvl val="lvl"/>
          <dgm:resizeHandles val="exact"/>
        </dgm:presLayoutVars>
      </dgm:prSet>
      <dgm:spPr/>
    </dgm:pt>
    <dgm:pt modelId="{9A17614B-7BAC-4B0B-87BA-77AAA4466D90}" type="pres">
      <dgm:prSet presAssocID="{565C0F85-8A8B-47ED-8E87-7A85AC0F396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DECD8A3-0FEB-4926-B6E2-696A10FC6DA5}" srcId="{5D1E3380-CBDB-4324-8399-2C131225A265}" destId="{565C0F85-8A8B-47ED-8E87-7A85AC0F3961}" srcOrd="0" destOrd="0" parTransId="{75019F1F-0D74-4587-BD10-D80DF6ABF43D}" sibTransId="{F5F65E0C-E64A-4D6F-B966-E4B13246979F}"/>
    <dgm:cxn modelId="{F9EFCFAA-DAF9-439C-8C80-283F7FF6E4C8}" type="presOf" srcId="{5D1E3380-CBDB-4324-8399-2C131225A265}" destId="{693CE9B2-7D11-487D-82A0-8C814417E05B}" srcOrd="0" destOrd="0" presId="urn:microsoft.com/office/officeart/2005/8/layout/vList2"/>
    <dgm:cxn modelId="{35AC927C-F938-465A-A377-69B7A3D5F5C1}" type="presOf" srcId="{565C0F85-8A8B-47ED-8E87-7A85AC0F3961}" destId="{9A17614B-7BAC-4B0B-87BA-77AAA4466D90}" srcOrd="0" destOrd="0" presId="urn:microsoft.com/office/officeart/2005/8/layout/vList2"/>
    <dgm:cxn modelId="{DE50933E-5F87-4048-8F1C-5F23EE5FBEF4}" type="presParOf" srcId="{693CE9B2-7D11-487D-82A0-8C814417E05B}" destId="{9A17614B-7BAC-4B0B-87BA-77AAA4466D9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1.xml><?xml version="1.0" encoding="utf-8"?>
<dgm:dataModel xmlns:dgm="http://schemas.openxmlformats.org/drawingml/2006/diagram" xmlns:a="http://schemas.openxmlformats.org/drawingml/2006/main">
  <dgm:ptLst>
    <dgm:pt modelId="{B8D268B9-6BF9-486F-96A5-17437A34B6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6DD333B-D5E5-4BE7-B516-904599983F41}">
      <dgm:prSet/>
      <dgm:spPr/>
      <dgm:t>
        <a:bodyPr/>
        <a:lstStyle/>
        <a:p>
          <a:pPr algn="ctr" rtl="0"/>
          <a:r>
            <a:rPr lang="en-US" dirty="0"/>
            <a:t>Effort variance reduction methodology</a:t>
          </a:r>
          <a:endParaRPr lang="en-IN" dirty="0"/>
        </a:p>
      </dgm:t>
    </dgm:pt>
    <dgm:pt modelId="{1DD02635-3612-4C22-BE50-F53EC056F49E}" type="parTrans" cxnId="{7E9E8B87-DE28-442B-BEF2-A69F98E354B5}">
      <dgm:prSet/>
      <dgm:spPr/>
      <dgm:t>
        <a:bodyPr/>
        <a:lstStyle/>
        <a:p>
          <a:endParaRPr lang="en-IN"/>
        </a:p>
      </dgm:t>
    </dgm:pt>
    <dgm:pt modelId="{504E9A49-20EC-4F1B-B987-978167ECC84F}" type="sibTrans" cxnId="{7E9E8B87-DE28-442B-BEF2-A69F98E354B5}">
      <dgm:prSet/>
      <dgm:spPr/>
      <dgm:t>
        <a:bodyPr/>
        <a:lstStyle/>
        <a:p>
          <a:endParaRPr lang="en-IN"/>
        </a:p>
      </dgm:t>
    </dgm:pt>
    <dgm:pt modelId="{FF9E61A0-3937-4784-A297-870965FDBC55}" type="pres">
      <dgm:prSet presAssocID="{B8D268B9-6BF9-486F-96A5-17437A34B6A7}" presName="linear" presStyleCnt="0">
        <dgm:presLayoutVars>
          <dgm:animLvl val="lvl"/>
          <dgm:resizeHandles val="exact"/>
        </dgm:presLayoutVars>
      </dgm:prSet>
      <dgm:spPr/>
    </dgm:pt>
    <dgm:pt modelId="{233D4F0F-8DDB-45C8-B424-950634058F70}" type="pres">
      <dgm:prSet presAssocID="{66DD333B-D5E5-4BE7-B516-904599983F4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086953D-D375-4C4F-A113-866240A50BCB}" type="presOf" srcId="{66DD333B-D5E5-4BE7-B516-904599983F41}" destId="{233D4F0F-8DDB-45C8-B424-950634058F70}" srcOrd="0" destOrd="0" presId="urn:microsoft.com/office/officeart/2005/8/layout/vList2"/>
    <dgm:cxn modelId="{2E950D91-933A-42B6-B089-C54596B16A36}" type="presOf" srcId="{B8D268B9-6BF9-486F-96A5-17437A34B6A7}" destId="{FF9E61A0-3937-4784-A297-870965FDBC55}" srcOrd="0" destOrd="0" presId="urn:microsoft.com/office/officeart/2005/8/layout/vList2"/>
    <dgm:cxn modelId="{7E9E8B87-DE28-442B-BEF2-A69F98E354B5}" srcId="{B8D268B9-6BF9-486F-96A5-17437A34B6A7}" destId="{66DD333B-D5E5-4BE7-B516-904599983F41}" srcOrd="0" destOrd="0" parTransId="{1DD02635-3612-4C22-BE50-F53EC056F49E}" sibTransId="{504E9A49-20EC-4F1B-B987-978167ECC84F}"/>
    <dgm:cxn modelId="{A6856BF7-C080-4B1B-8846-7DC9964BC81A}" type="presParOf" srcId="{FF9E61A0-3937-4784-A297-870965FDBC55}" destId="{233D4F0F-8DDB-45C8-B424-950634058F7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2.xml><?xml version="1.0" encoding="utf-8"?>
<dgm:dataModel xmlns:dgm="http://schemas.openxmlformats.org/drawingml/2006/diagram" xmlns:a="http://schemas.openxmlformats.org/drawingml/2006/main">
  <dgm:ptLst>
    <dgm:pt modelId="{03121411-7B5A-4034-B2F5-636EB2659AF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B01C9BC-E3FB-44EF-A570-83EF31BF24F2}">
      <dgm:prSet/>
      <dgm:spPr/>
      <dgm:t>
        <a:bodyPr/>
        <a:lstStyle/>
        <a:p>
          <a:pPr algn="ctr" rtl="0"/>
          <a:r>
            <a:rPr lang="en-US" dirty="0"/>
            <a:t>Data of Cycle Time(Y) and its X Factors For Cycle-II</a:t>
          </a:r>
          <a:endParaRPr lang="en-IN" dirty="0"/>
        </a:p>
      </dgm:t>
    </dgm:pt>
    <dgm:pt modelId="{6C67BC97-A7F0-425B-8DB1-33C39795B19C}" type="parTrans" cxnId="{83E74595-0575-4F4D-AE75-E00AA2ED92D4}">
      <dgm:prSet/>
      <dgm:spPr/>
      <dgm:t>
        <a:bodyPr/>
        <a:lstStyle/>
        <a:p>
          <a:pPr algn="ctr"/>
          <a:endParaRPr lang="en-IN"/>
        </a:p>
      </dgm:t>
    </dgm:pt>
    <dgm:pt modelId="{D9287356-8818-4ED5-9FAF-25D652D85519}" type="sibTrans" cxnId="{83E74595-0575-4F4D-AE75-E00AA2ED92D4}">
      <dgm:prSet/>
      <dgm:spPr/>
      <dgm:t>
        <a:bodyPr/>
        <a:lstStyle/>
        <a:p>
          <a:pPr algn="ctr"/>
          <a:endParaRPr lang="en-IN"/>
        </a:p>
      </dgm:t>
    </dgm:pt>
    <dgm:pt modelId="{E5C2C437-A2BE-4126-91D1-0B98B3A97ACD}" type="pres">
      <dgm:prSet presAssocID="{03121411-7B5A-4034-B2F5-636EB2659AF4}" presName="linear" presStyleCnt="0">
        <dgm:presLayoutVars>
          <dgm:animLvl val="lvl"/>
          <dgm:resizeHandles val="exact"/>
        </dgm:presLayoutVars>
      </dgm:prSet>
      <dgm:spPr/>
    </dgm:pt>
    <dgm:pt modelId="{4E5CA88E-9F2E-45F1-AE5A-1DA3237DCBE7}" type="pres">
      <dgm:prSet presAssocID="{2B01C9BC-E3FB-44EF-A570-83EF31BF24F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3E74595-0575-4F4D-AE75-E00AA2ED92D4}" srcId="{03121411-7B5A-4034-B2F5-636EB2659AF4}" destId="{2B01C9BC-E3FB-44EF-A570-83EF31BF24F2}" srcOrd="0" destOrd="0" parTransId="{6C67BC97-A7F0-425B-8DB1-33C39795B19C}" sibTransId="{D9287356-8818-4ED5-9FAF-25D652D85519}"/>
    <dgm:cxn modelId="{D05578B0-6BA6-4175-9F32-CB9B931644DE}" type="presOf" srcId="{03121411-7B5A-4034-B2F5-636EB2659AF4}" destId="{E5C2C437-A2BE-4126-91D1-0B98B3A97ACD}" srcOrd="0" destOrd="0" presId="urn:microsoft.com/office/officeart/2005/8/layout/vList2"/>
    <dgm:cxn modelId="{E6912637-77DB-483E-9D05-DDDD6CD93387}" type="presOf" srcId="{2B01C9BC-E3FB-44EF-A570-83EF31BF24F2}" destId="{4E5CA88E-9F2E-45F1-AE5A-1DA3237DCBE7}" srcOrd="0" destOrd="0" presId="urn:microsoft.com/office/officeart/2005/8/layout/vList2"/>
    <dgm:cxn modelId="{B3082641-9675-407D-A4BB-D7E7112D637E}" type="presParOf" srcId="{E5C2C437-A2BE-4126-91D1-0B98B3A97ACD}" destId="{4E5CA88E-9F2E-45F1-AE5A-1DA3237DCBE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53.xml><?xml version="1.0" encoding="utf-8"?>
<dgm:dataModel xmlns:dgm="http://schemas.openxmlformats.org/drawingml/2006/diagram" xmlns:a="http://schemas.openxmlformats.org/drawingml/2006/main">
  <dgm:ptLst>
    <dgm:pt modelId="{A2C830A5-C356-4296-ABD6-241A86AB09F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30F0F53-4B80-410F-B316-CD518BDC3C0B}">
      <dgm:prSet/>
      <dgm:spPr/>
      <dgm:t>
        <a:bodyPr/>
        <a:lstStyle/>
        <a:p>
          <a:pPr algn="ctr" rtl="0"/>
          <a:r>
            <a:rPr lang="en-US" dirty="0"/>
            <a:t>Regression Equation For Cycle - II  Cycle Time</a:t>
          </a:r>
          <a:endParaRPr lang="en-IN" dirty="0"/>
        </a:p>
      </dgm:t>
    </dgm:pt>
    <dgm:pt modelId="{C60F1B1C-A4BC-4C44-8150-BFF053B810A4}" type="parTrans" cxnId="{CEF2222E-204E-4308-A736-FAB49A032A4F}">
      <dgm:prSet/>
      <dgm:spPr/>
      <dgm:t>
        <a:bodyPr/>
        <a:lstStyle/>
        <a:p>
          <a:endParaRPr lang="en-IN"/>
        </a:p>
      </dgm:t>
    </dgm:pt>
    <dgm:pt modelId="{4CA36783-01AD-433A-8A72-93FEC3FB28D6}" type="sibTrans" cxnId="{CEF2222E-204E-4308-A736-FAB49A032A4F}">
      <dgm:prSet/>
      <dgm:spPr/>
      <dgm:t>
        <a:bodyPr/>
        <a:lstStyle/>
        <a:p>
          <a:endParaRPr lang="en-IN"/>
        </a:p>
      </dgm:t>
    </dgm:pt>
    <dgm:pt modelId="{5EA72EBA-AE26-453A-8A6E-B1177092D5CA}" type="pres">
      <dgm:prSet presAssocID="{A2C830A5-C356-4296-ABD6-241A86AB09FE}" presName="linear" presStyleCnt="0">
        <dgm:presLayoutVars>
          <dgm:animLvl val="lvl"/>
          <dgm:resizeHandles val="exact"/>
        </dgm:presLayoutVars>
      </dgm:prSet>
      <dgm:spPr/>
    </dgm:pt>
    <dgm:pt modelId="{B0ADCF7A-512A-4FEC-AFB8-3797827F9F11}" type="pres">
      <dgm:prSet presAssocID="{D30F0F53-4B80-410F-B316-CD518BDC3C0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4C01C8-257A-42C9-B417-99E05E9833CA}" type="presOf" srcId="{A2C830A5-C356-4296-ABD6-241A86AB09FE}" destId="{5EA72EBA-AE26-453A-8A6E-B1177092D5CA}" srcOrd="0" destOrd="0" presId="urn:microsoft.com/office/officeart/2005/8/layout/vList2"/>
    <dgm:cxn modelId="{CEF2222E-204E-4308-A736-FAB49A032A4F}" srcId="{A2C830A5-C356-4296-ABD6-241A86AB09FE}" destId="{D30F0F53-4B80-410F-B316-CD518BDC3C0B}" srcOrd="0" destOrd="0" parTransId="{C60F1B1C-A4BC-4C44-8150-BFF053B810A4}" sibTransId="{4CA36783-01AD-433A-8A72-93FEC3FB28D6}"/>
    <dgm:cxn modelId="{AE2CDA7B-486D-404D-9230-1EC805CCB49F}" type="presOf" srcId="{D30F0F53-4B80-410F-B316-CD518BDC3C0B}" destId="{B0ADCF7A-512A-4FEC-AFB8-3797827F9F11}" srcOrd="0" destOrd="0" presId="urn:microsoft.com/office/officeart/2005/8/layout/vList2"/>
    <dgm:cxn modelId="{C5349EFA-33EF-47CD-A69B-CD8FBC35864E}" type="presParOf" srcId="{5EA72EBA-AE26-453A-8A6E-B1177092D5CA}" destId="{B0ADCF7A-512A-4FEC-AFB8-3797827F9F1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4.xml><?xml version="1.0" encoding="utf-8"?>
<dgm:dataModel xmlns:dgm="http://schemas.openxmlformats.org/drawingml/2006/diagram" xmlns:a="http://schemas.openxmlformats.org/drawingml/2006/main">
  <dgm:ptLst>
    <dgm:pt modelId="{68DE008A-1699-4556-B229-957AC1EF255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40E5E99-78A8-4A15-B2A1-1FF69977A1DE}">
      <dgm:prSet/>
      <dgm:spPr/>
      <dgm:t>
        <a:bodyPr/>
        <a:lstStyle/>
        <a:p>
          <a:pPr algn="ctr" rtl="0"/>
          <a:r>
            <a:rPr lang="en-US" dirty="0"/>
            <a:t>What if Analysis (Target of Cycle Time)</a:t>
          </a:r>
          <a:br>
            <a:rPr lang="en-US" dirty="0"/>
          </a:br>
          <a:r>
            <a:rPr lang="en-IN" dirty="0"/>
            <a:t>Cycle Time(Hours)/FP = 19.9 - 1.68 Coding - 4.79 Test Preparation</a:t>
          </a:r>
          <a:endParaRPr lang="en-US" dirty="0"/>
        </a:p>
      </dgm:t>
    </dgm:pt>
    <dgm:pt modelId="{16A9DA2D-1AD2-4A05-9185-0204E97676A9}" type="parTrans" cxnId="{397AD654-F051-442C-98EC-D526ACE44152}">
      <dgm:prSet/>
      <dgm:spPr/>
      <dgm:t>
        <a:bodyPr/>
        <a:lstStyle/>
        <a:p>
          <a:endParaRPr lang="en-IN"/>
        </a:p>
      </dgm:t>
    </dgm:pt>
    <dgm:pt modelId="{E8BA86B2-2535-4CC0-A785-ED12E37A5DD2}" type="sibTrans" cxnId="{397AD654-F051-442C-98EC-D526ACE44152}">
      <dgm:prSet/>
      <dgm:spPr/>
      <dgm:t>
        <a:bodyPr/>
        <a:lstStyle/>
        <a:p>
          <a:endParaRPr lang="en-IN"/>
        </a:p>
      </dgm:t>
    </dgm:pt>
    <dgm:pt modelId="{9A5707E0-6491-45F4-87DC-108FE1B803F3}" type="pres">
      <dgm:prSet presAssocID="{68DE008A-1699-4556-B229-957AC1EF255D}" presName="linear" presStyleCnt="0">
        <dgm:presLayoutVars>
          <dgm:animLvl val="lvl"/>
          <dgm:resizeHandles val="exact"/>
        </dgm:presLayoutVars>
      </dgm:prSet>
      <dgm:spPr/>
    </dgm:pt>
    <dgm:pt modelId="{9AB6532D-8C10-4B11-9BE5-A9C44C719A8F}" type="pres">
      <dgm:prSet presAssocID="{140E5E99-78A8-4A15-B2A1-1FF69977A1D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A9DE059-BE95-48DC-A22B-5A6F8681BE32}" type="presOf" srcId="{68DE008A-1699-4556-B229-957AC1EF255D}" destId="{9A5707E0-6491-45F4-87DC-108FE1B803F3}" srcOrd="0" destOrd="0" presId="urn:microsoft.com/office/officeart/2005/8/layout/vList2"/>
    <dgm:cxn modelId="{397AD654-F051-442C-98EC-D526ACE44152}" srcId="{68DE008A-1699-4556-B229-957AC1EF255D}" destId="{140E5E99-78A8-4A15-B2A1-1FF69977A1DE}" srcOrd="0" destOrd="0" parTransId="{16A9DA2D-1AD2-4A05-9185-0204E97676A9}" sibTransId="{E8BA86B2-2535-4CC0-A785-ED12E37A5DD2}"/>
    <dgm:cxn modelId="{EDBACA22-453B-443D-9119-FC4A1D8C5AC0}" type="presOf" srcId="{140E5E99-78A8-4A15-B2A1-1FF69977A1DE}" destId="{9AB6532D-8C10-4B11-9BE5-A9C44C719A8F}" srcOrd="0" destOrd="0" presId="urn:microsoft.com/office/officeart/2005/8/layout/vList2"/>
    <dgm:cxn modelId="{4227A612-1B72-4A16-BC38-14CB3D638C05}" type="presParOf" srcId="{9A5707E0-6491-45F4-87DC-108FE1B803F3}" destId="{9AB6532D-8C10-4B11-9BE5-A9C44C719A8F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5.xml><?xml version="1.0" encoding="utf-8"?>
<dgm:dataModel xmlns:dgm="http://schemas.openxmlformats.org/drawingml/2006/diagram" xmlns:a="http://schemas.openxmlformats.org/drawingml/2006/main">
  <dgm:ptLst>
    <dgm:pt modelId="{2370E090-E847-477E-92F2-D86692E3F98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A06E9BD6-CACD-4CF3-92CD-1B7F8D69937E}">
      <dgm:prSet/>
      <dgm:spPr/>
      <dgm:t>
        <a:bodyPr/>
        <a:lstStyle/>
        <a:p>
          <a:pPr algn="ctr" rtl="0"/>
          <a:r>
            <a:rPr lang="en-US" dirty="0"/>
            <a:t>Cycle Time Reduction Methodology</a:t>
          </a:r>
          <a:endParaRPr lang="en-IN" dirty="0"/>
        </a:p>
      </dgm:t>
    </dgm:pt>
    <dgm:pt modelId="{55C7CB34-1410-4923-8D44-54EFF3220CE4}" type="parTrans" cxnId="{038DC705-7060-4F77-A89C-C1F14AC31471}">
      <dgm:prSet/>
      <dgm:spPr/>
      <dgm:t>
        <a:bodyPr/>
        <a:lstStyle/>
        <a:p>
          <a:endParaRPr lang="en-IN"/>
        </a:p>
      </dgm:t>
    </dgm:pt>
    <dgm:pt modelId="{CFA05B6C-1BF7-4DEE-82FB-14D0006D4404}" type="sibTrans" cxnId="{038DC705-7060-4F77-A89C-C1F14AC31471}">
      <dgm:prSet/>
      <dgm:spPr/>
      <dgm:t>
        <a:bodyPr/>
        <a:lstStyle/>
        <a:p>
          <a:endParaRPr lang="en-IN"/>
        </a:p>
      </dgm:t>
    </dgm:pt>
    <dgm:pt modelId="{B1E0EBFF-58BC-4193-B042-15EE1C276504}" type="pres">
      <dgm:prSet presAssocID="{2370E090-E847-477E-92F2-D86692E3F980}" presName="linear" presStyleCnt="0">
        <dgm:presLayoutVars>
          <dgm:animLvl val="lvl"/>
          <dgm:resizeHandles val="exact"/>
        </dgm:presLayoutVars>
      </dgm:prSet>
      <dgm:spPr/>
    </dgm:pt>
    <dgm:pt modelId="{6FC877C0-B3D9-4B82-9206-021AB9E91162}" type="pres">
      <dgm:prSet presAssocID="{A06E9BD6-CACD-4CF3-92CD-1B7F8D69937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38DC705-7060-4F77-A89C-C1F14AC31471}" srcId="{2370E090-E847-477E-92F2-D86692E3F980}" destId="{A06E9BD6-CACD-4CF3-92CD-1B7F8D69937E}" srcOrd="0" destOrd="0" parTransId="{55C7CB34-1410-4923-8D44-54EFF3220CE4}" sibTransId="{CFA05B6C-1BF7-4DEE-82FB-14D0006D4404}"/>
    <dgm:cxn modelId="{128332F7-F130-489B-BA36-66FAAE4BA6FF}" type="presOf" srcId="{A06E9BD6-CACD-4CF3-92CD-1B7F8D69937E}" destId="{6FC877C0-B3D9-4B82-9206-021AB9E91162}" srcOrd="0" destOrd="0" presId="urn:microsoft.com/office/officeart/2005/8/layout/vList2"/>
    <dgm:cxn modelId="{25532B8E-9DB7-427F-AF76-F789C79D6844}" type="presOf" srcId="{2370E090-E847-477E-92F2-D86692E3F980}" destId="{B1E0EBFF-58BC-4193-B042-15EE1C276504}" srcOrd="0" destOrd="0" presId="urn:microsoft.com/office/officeart/2005/8/layout/vList2"/>
    <dgm:cxn modelId="{42689546-9322-4F50-B9D6-E82D3EACE1E0}" type="presParOf" srcId="{B1E0EBFF-58BC-4193-B042-15EE1C276504}" destId="{6FC877C0-B3D9-4B82-9206-021AB9E9116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6.xml><?xml version="1.0" encoding="utf-8"?>
<dgm:dataModel xmlns:dgm="http://schemas.openxmlformats.org/drawingml/2006/diagram" xmlns:a="http://schemas.openxmlformats.org/drawingml/2006/main">
  <dgm:ptLst>
    <dgm:pt modelId="{DF89AA62-391B-440D-8D70-0CDDF3AEA9C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A7945BF-B6CE-435F-91B9-A30983A6EF7F}">
      <dgm:prSet/>
      <dgm:spPr/>
      <dgm:t>
        <a:bodyPr/>
        <a:lstStyle/>
        <a:p>
          <a:pPr algn="ctr" rtl="0"/>
          <a:r>
            <a:rPr lang="en-US" dirty="0"/>
            <a:t>Data for PMIS – Cycle -III</a:t>
          </a:r>
        </a:p>
      </dgm:t>
    </dgm:pt>
    <dgm:pt modelId="{0A4A006E-CB37-4DE2-A4A6-60C449491160}" type="parTrans" cxnId="{0AB36CEF-12FD-4380-9E4A-CF0E96FA9348}">
      <dgm:prSet/>
      <dgm:spPr/>
      <dgm:t>
        <a:bodyPr/>
        <a:lstStyle/>
        <a:p>
          <a:endParaRPr lang="en-IN"/>
        </a:p>
      </dgm:t>
    </dgm:pt>
    <dgm:pt modelId="{284447C8-66C5-40B3-9246-E8B95FF5EAA7}" type="sibTrans" cxnId="{0AB36CEF-12FD-4380-9E4A-CF0E96FA9348}">
      <dgm:prSet/>
      <dgm:spPr/>
      <dgm:t>
        <a:bodyPr/>
        <a:lstStyle/>
        <a:p>
          <a:endParaRPr lang="en-IN"/>
        </a:p>
      </dgm:t>
    </dgm:pt>
    <dgm:pt modelId="{06F0E4EF-BBBB-48DD-8AD5-05CD70173B38}" type="pres">
      <dgm:prSet presAssocID="{DF89AA62-391B-440D-8D70-0CDDF3AEA9C9}" presName="linear" presStyleCnt="0">
        <dgm:presLayoutVars>
          <dgm:animLvl val="lvl"/>
          <dgm:resizeHandles val="exact"/>
        </dgm:presLayoutVars>
      </dgm:prSet>
      <dgm:spPr/>
    </dgm:pt>
    <dgm:pt modelId="{6C8AD37F-75B0-44EF-8916-383FEE09AC55}" type="pres">
      <dgm:prSet presAssocID="{7A7945BF-B6CE-435F-91B9-A30983A6EF7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2404624-F62E-40DB-814C-22BFB5125D28}" type="presOf" srcId="{DF89AA62-391B-440D-8D70-0CDDF3AEA9C9}" destId="{06F0E4EF-BBBB-48DD-8AD5-05CD70173B38}" srcOrd="0" destOrd="0" presId="urn:microsoft.com/office/officeart/2005/8/layout/vList2"/>
    <dgm:cxn modelId="{4CA9BB93-0834-4519-B126-C80D860193F6}" type="presOf" srcId="{7A7945BF-B6CE-435F-91B9-A30983A6EF7F}" destId="{6C8AD37F-75B0-44EF-8916-383FEE09AC55}" srcOrd="0" destOrd="0" presId="urn:microsoft.com/office/officeart/2005/8/layout/vList2"/>
    <dgm:cxn modelId="{0AB36CEF-12FD-4380-9E4A-CF0E96FA9348}" srcId="{DF89AA62-391B-440D-8D70-0CDDF3AEA9C9}" destId="{7A7945BF-B6CE-435F-91B9-A30983A6EF7F}" srcOrd="0" destOrd="0" parTransId="{0A4A006E-CB37-4DE2-A4A6-60C449491160}" sibTransId="{284447C8-66C5-40B3-9246-E8B95FF5EAA7}"/>
    <dgm:cxn modelId="{128AB50B-8070-47CF-987E-5C1752DD3B08}" type="presParOf" srcId="{06F0E4EF-BBBB-48DD-8AD5-05CD70173B38}" destId="{6C8AD37F-75B0-44EF-8916-383FEE09AC5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7.xml><?xml version="1.0" encoding="utf-8"?>
<dgm:dataModel xmlns:dgm="http://schemas.openxmlformats.org/drawingml/2006/diagram" xmlns:a="http://schemas.openxmlformats.org/drawingml/2006/main">
  <dgm:ptLst>
    <dgm:pt modelId="{CCF4027F-2F27-4429-9D4C-58A7A6E2FCC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744DDD6A-D845-498F-B39C-9ECA3BF0E3C4}">
      <dgm:prSet/>
      <dgm:spPr/>
      <dgm:t>
        <a:bodyPr/>
        <a:lstStyle/>
        <a:p>
          <a:pPr algn="ctr" rtl="0"/>
          <a:r>
            <a:rPr lang="en-US" dirty="0"/>
            <a:t>Y Factors –PMIS Cycle III</a:t>
          </a:r>
        </a:p>
      </dgm:t>
    </dgm:pt>
    <dgm:pt modelId="{C2B6BF1D-8F3E-4032-934E-0E3F65B7CA3B}" type="parTrans" cxnId="{F52C5198-0DFA-46EF-A71A-054789CDB3C3}">
      <dgm:prSet/>
      <dgm:spPr/>
      <dgm:t>
        <a:bodyPr/>
        <a:lstStyle/>
        <a:p>
          <a:endParaRPr lang="en-IN"/>
        </a:p>
      </dgm:t>
    </dgm:pt>
    <dgm:pt modelId="{DAF053C2-6487-4681-B635-98B39F1DCE90}" type="sibTrans" cxnId="{F52C5198-0DFA-46EF-A71A-054789CDB3C3}">
      <dgm:prSet/>
      <dgm:spPr/>
      <dgm:t>
        <a:bodyPr/>
        <a:lstStyle/>
        <a:p>
          <a:endParaRPr lang="en-IN"/>
        </a:p>
      </dgm:t>
    </dgm:pt>
    <dgm:pt modelId="{A6493485-83D7-42DF-A28F-1B33C71B289A}" type="pres">
      <dgm:prSet presAssocID="{CCF4027F-2F27-4429-9D4C-58A7A6E2FCC7}" presName="linear" presStyleCnt="0">
        <dgm:presLayoutVars>
          <dgm:animLvl val="lvl"/>
          <dgm:resizeHandles val="exact"/>
        </dgm:presLayoutVars>
      </dgm:prSet>
      <dgm:spPr/>
    </dgm:pt>
    <dgm:pt modelId="{07945449-9F51-4E44-86AA-3D2B341416F1}" type="pres">
      <dgm:prSet presAssocID="{744DDD6A-D845-498F-B39C-9ECA3BF0E3C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482A525-BF6B-4545-9115-26FD313C9B3A}" type="presOf" srcId="{744DDD6A-D845-498F-B39C-9ECA3BF0E3C4}" destId="{07945449-9F51-4E44-86AA-3D2B341416F1}" srcOrd="0" destOrd="0" presId="urn:microsoft.com/office/officeart/2005/8/layout/vList2"/>
    <dgm:cxn modelId="{F52C5198-0DFA-46EF-A71A-054789CDB3C3}" srcId="{CCF4027F-2F27-4429-9D4C-58A7A6E2FCC7}" destId="{744DDD6A-D845-498F-B39C-9ECA3BF0E3C4}" srcOrd="0" destOrd="0" parTransId="{C2B6BF1D-8F3E-4032-934E-0E3F65B7CA3B}" sibTransId="{DAF053C2-6487-4681-B635-98B39F1DCE90}"/>
    <dgm:cxn modelId="{DC885179-1602-4F13-9BC1-40F7CF8972B5}" type="presOf" srcId="{CCF4027F-2F27-4429-9D4C-58A7A6E2FCC7}" destId="{A6493485-83D7-42DF-A28F-1B33C71B289A}" srcOrd="0" destOrd="0" presId="urn:microsoft.com/office/officeart/2005/8/layout/vList2"/>
    <dgm:cxn modelId="{2EB6129D-B11F-4B78-9AB5-05F0E46594F2}" type="presParOf" srcId="{A6493485-83D7-42DF-A28F-1B33C71B289A}" destId="{07945449-9F51-4E44-86AA-3D2B341416F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8.xml><?xml version="1.0" encoding="utf-8"?>
<dgm:dataModel xmlns:dgm="http://schemas.openxmlformats.org/drawingml/2006/diagram" xmlns:a="http://schemas.openxmlformats.org/drawingml/2006/main">
  <dgm:ptLst>
    <dgm:pt modelId="{5346D850-D978-4B19-85D6-AA3EBAED294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E6B17CA-CC33-4528-84FB-67E196336025}">
      <dgm:prSet/>
      <dgm:spPr/>
      <dgm:t>
        <a:bodyPr/>
        <a:lstStyle/>
        <a:p>
          <a:pPr algn="ctr" rtl="0"/>
          <a:r>
            <a:rPr lang="en-US" dirty="0"/>
            <a:t>X Factors – PMIS Cycle III</a:t>
          </a:r>
        </a:p>
      </dgm:t>
    </dgm:pt>
    <dgm:pt modelId="{410186A9-CC4E-4C53-9B3E-84260A36CD13}" type="parTrans" cxnId="{337434A5-5F4F-43E5-A03F-82B389539EB9}">
      <dgm:prSet/>
      <dgm:spPr/>
      <dgm:t>
        <a:bodyPr/>
        <a:lstStyle/>
        <a:p>
          <a:endParaRPr lang="en-IN"/>
        </a:p>
      </dgm:t>
    </dgm:pt>
    <dgm:pt modelId="{176C2B67-33B0-45FA-833C-C5734F0906BE}" type="sibTrans" cxnId="{337434A5-5F4F-43E5-A03F-82B389539EB9}">
      <dgm:prSet/>
      <dgm:spPr/>
      <dgm:t>
        <a:bodyPr/>
        <a:lstStyle/>
        <a:p>
          <a:endParaRPr lang="en-IN"/>
        </a:p>
      </dgm:t>
    </dgm:pt>
    <dgm:pt modelId="{E2CBEAF1-BF00-4A40-A3AD-1F0315FE7AAD}" type="pres">
      <dgm:prSet presAssocID="{5346D850-D978-4B19-85D6-AA3EBAED294C}" presName="linear" presStyleCnt="0">
        <dgm:presLayoutVars>
          <dgm:animLvl val="lvl"/>
          <dgm:resizeHandles val="exact"/>
        </dgm:presLayoutVars>
      </dgm:prSet>
      <dgm:spPr/>
    </dgm:pt>
    <dgm:pt modelId="{2799CEF0-08A5-4AD7-85C4-90DE6476A5D2}" type="pres">
      <dgm:prSet presAssocID="{3E6B17CA-CC33-4528-84FB-67E19633602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A15B9D7-B3F6-47A1-8D04-B21C512EFCFE}" type="presOf" srcId="{3E6B17CA-CC33-4528-84FB-67E196336025}" destId="{2799CEF0-08A5-4AD7-85C4-90DE6476A5D2}" srcOrd="0" destOrd="0" presId="urn:microsoft.com/office/officeart/2005/8/layout/vList2"/>
    <dgm:cxn modelId="{337434A5-5F4F-43E5-A03F-82B389539EB9}" srcId="{5346D850-D978-4B19-85D6-AA3EBAED294C}" destId="{3E6B17CA-CC33-4528-84FB-67E196336025}" srcOrd="0" destOrd="0" parTransId="{410186A9-CC4E-4C53-9B3E-84260A36CD13}" sibTransId="{176C2B67-33B0-45FA-833C-C5734F0906BE}"/>
    <dgm:cxn modelId="{90277206-33F2-4276-8632-14682E29A6D9}" type="presOf" srcId="{5346D850-D978-4B19-85D6-AA3EBAED294C}" destId="{E2CBEAF1-BF00-4A40-A3AD-1F0315FE7AAD}" srcOrd="0" destOrd="0" presId="urn:microsoft.com/office/officeart/2005/8/layout/vList2"/>
    <dgm:cxn modelId="{D27763CE-EB97-4E39-A2E0-AA492C064269}" type="presParOf" srcId="{E2CBEAF1-BF00-4A40-A3AD-1F0315FE7AAD}" destId="{2799CEF0-08A5-4AD7-85C4-90DE6476A5D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9.xml><?xml version="1.0" encoding="utf-8"?>
<dgm:dataModel xmlns:dgm="http://schemas.openxmlformats.org/drawingml/2006/diagram" xmlns:a="http://schemas.openxmlformats.org/drawingml/2006/main">
  <dgm:ptLst>
    <dgm:pt modelId="{A28A772E-413B-4648-8509-0E8463CCB4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EC61822-8BFF-42EE-A641-AB27EA04E247}">
      <dgm:prSet/>
      <dgm:spPr/>
      <dgm:t>
        <a:bodyPr/>
        <a:lstStyle/>
        <a:p>
          <a:pPr algn="ctr" rtl="0"/>
          <a:r>
            <a:rPr lang="en-US" dirty="0"/>
            <a:t>Data of  EV (Y) and its X Factors for Cycle-III</a:t>
          </a:r>
          <a:endParaRPr lang="en-IN" dirty="0"/>
        </a:p>
      </dgm:t>
    </dgm:pt>
    <dgm:pt modelId="{F5AF0548-AB1C-4607-863F-D99E1C32CE67}" type="parTrans" cxnId="{96EB495C-2743-4BC6-A98B-2EA3B3E32244}">
      <dgm:prSet/>
      <dgm:spPr/>
      <dgm:t>
        <a:bodyPr/>
        <a:lstStyle/>
        <a:p>
          <a:endParaRPr lang="en-IN"/>
        </a:p>
      </dgm:t>
    </dgm:pt>
    <dgm:pt modelId="{32833428-8BE8-4CC9-8878-2AF79A618023}" type="sibTrans" cxnId="{96EB495C-2743-4BC6-A98B-2EA3B3E32244}">
      <dgm:prSet/>
      <dgm:spPr/>
      <dgm:t>
        <a:bodyPr/>
        <a:lstStyle/>
        <a:p>
          <a:endParaRPr lang="en-IN"/>
        </a:p>
      </dgm:t>
    </dgm:pt>
    <dgm:pt modelId="{432F5AE3-8224-4AE3-9B5B-01955B84AB4E}" type="pres">
      <dgm:prSet presAssocID="{A28A772E-413B-4648-8509-0E8463CCB4E2}" presName="linear" presStyleCnt="0">
        <dgm:presLayoutVars>
          <dgm:animLvl val="lvl"/>
          <dgm:resizeHandles val="exact"/>
        </dgm:presLayoutVars>
      </dgm:prSet>
      <dgm:spPr/>
    </dgm:pt>
    <dgm:pt modelId="{6F2CD1F4-D4BA-4992-8D80-1CCCB5F72365}" type="pres">
      <dgm:prSet presAssocID="{1EC61822-8BFF-42EE-A641-AB27EA04E24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2BE26EF-875D-4688-96E7-02F772366CE9}" type="presOf" srcId="{A28A772E-413B-4648-8509-0E8463CCB4E2}" destId="{432F5AE3-8224-4AE3-9B5B-01955B84AB4E}" srcOrd="0" destOrd="0" presId="urn:microsoft.com/office/officeart/2005/8/layout/vList2"/>
    <dgm:cxn modelId="{96EB495C-2743-4BC6-A98B-2EA3B3E32244}" srcId="{A28A772E-413B-4648-8509-0E8463CCB4E2}" destId="{1EC61822-8BFF-42EE-A641-AB27EA04E247}" srcOrd="0" destOrd="0" parTransId="{F5AF0548-AB1C-4607-863F-D99E1C32CE67}" sibTransId="{32833428-8BE8-4CC9-8878-2AF79A618023}"/>
    <dgm:cxn modelId="{3BFB42B5-2F24-4BCD-BF92-EB0320F709F1}" type="presOf" srcId="{1EC61822-8BFF-42EE-A641-AB27EA04E247}" destId="{6F2CD1F4-D4BA-4992-8D80-1CCCB5F72365}" srcOrd="0" destOrd="0" presId="urn:microsoft.com/office/officeart/2005/8/layout/vList2"/>
    <dgm:cxn modelId="{1C416B29-3ACF-4B70-9464-A0EC394A1100}" type="presParOf" srcId="{432F5AE3-8224-4AE3-9B5B-01955B84AB4E}" destId="{6F2CD1F4-D4BA-4992-8D80-1CCCB5F7236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0.xml><?xml version="1.0" encoding="utf-8"?>
<dgm:dataModel xmlns:dgm="http://schemas.openxmlformats.org/drawingml/2006/diagram" xmlns:a="http://schemas.openxmlformats.org/drawingml/2006/main">
  <dgm:ptLst>
    <dgm:pt modelId="{9E9FF26A-81A9-4E0C-95FF-7BF65FCF3D7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20249A5C-5A22-4BAE-8EE6-7A08D0091CBF}">
      <dgm:prSet/>
      <dgm:spPr/>
      <dgm:t>
        <a:bodyPr/>
        <a:lstStyle/>
        <a:p>
          <a:pPr algn="ctr" rtl="0"/>
          <a:r>
            <a:rPr lang="en-US" dirty="0"/>
            <a:t>Data of  Cycle Time(Y) and its X Factors For Cycle-III</a:t>
          </a:r>
          <a:endParaRPr lang="en-IN" dirty="0"/>
        </a:p>
      </dgm:t>
    </dgm:pt>
    <dgm:pt modelId="{4947ED7A-5E9A-4526-9CF0-C7B9CA3A7E37}" type="parTrans" cxnId="{0185B2B0-8768-431F-8251-5F7673D7676F}">
      <dgm:prSet/>
      <dgm:spPr/>
      <dgm:t>
        <a:bodyPr/>
        <a:lstStyle/>
        <a:p>
          <a:endParaRPr lang="en-IN"/>
        </a:p>
      </dgm:t>
    </dgm:pt>
    <dgm:pt modelId="{CE3819FC-3E7F-4F19-BAEA-0231D2602BDF}" type="sibTrans" cxnId="{0185B2B0-8768-431F-8251-5F7673D7676F}">
      <dgm:prSet/>
      <dgm:spPr/>
      <dgm:t>
        <a:bodyPr/>
        <a:lstStyle/>
        <a:p>
          <a:endParaRPr lang="en-IN"/>
        </a:p>
      </dgm:t>
    </dgm:pt>
    <dgm:pt modelId="{7CEFDE3B-7BFE-41AC-9A12-38DBFD7224ED}" type="pres">
      <dgm:prSet presAssocID="{9E9FF26A-81A9-4E0C-95FF-7BF65FCF3D74}" presName="linear" presStyleCnt="0">
        <dgm:presLayoutVars>
          <dgm:animLvl val="lvl"/>
          <dgm:resizeHandles val="exact"/>
        </dgm:presLayoutVars>
      </dgm:prSet>
      <dgm:spPr/>
    </dgm:pt>
    <dgm:pt modelId="{680E6262-07C4-4B9F-85FF-4FDF26598AF1}" type="pres">
      <dgm:prSet presAssocID="{20249A5C-5A22-4BAE-8EE6-7A08D0091CB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185B2B0-8768-431F-8251-5F7673D7676F}" srcId="{9E9FF26A-81A9-4E0C-95FF-7BF65FCF3D74}" destId="{20249A5C-5A22-4BAE-8EE6-7A08D0091CBF}" srcOrd="0" destOrd="0" parTransId="{4947ED7A-5E9A-4526-9CF0-C7B9CA3A7E37}" sibTransId="{CE3819FC-3E7F-4F19-BAEA-0231D2602BDF}"/>
    <dgm:cxn modelId="{17F1E793-BFCF-4020-B8E0-5C5701C1AE10}" type="presOf" srcId="{20249A5C-5A22-4BAE-8EE6-7A08D0091CBF}" destId="{680E6262-07C4-4B9F-85FF-4FDF26598AF1}" srcOrd="0" destOrd="0" presId="urn:microsoft.com/office/officeart/2005/8/layout/vList2"/>
    <dgm:cxn modelId="{94EC39DD-7D43-4385-9F19-DDA4BF7AE754}" type="presOf" srcId="{9E9FF26A-81A9-4E0C-95FF-7BF65FCF3D74}" destId="{7CEFDE3B-7BFE-41AC-9A12-38DBFD7224ED}" srcOrd="0" destOrd="0" presId="urn:microsoft.com/office/officeart/2005/8/layout/vList2"/>
    <dgm:cxn modelId="{D82BE759-FBE4-4040-B026-50FEC23E0765}" type="presParOf" srcId="{7CEFDE3B-7BFE-41AC-9A12-38DBFD7224ED}" destId="{680E6262-07C4-4B9F-85FF-4FDF26598AF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1.xml><?xml version="1.0" encoding="utf-8"?>
<dgm:dataModel xmlns:dgm="http://schemas.openxmlformats.org/drawingml/2006/diagram" xmlns:a="http://schemas.openxmlformats.org/drawingml/2006/main">
  <dgm:ptLst>
    <dgm:pt modelId="{918C571F-E0F9-4F54-B7EE-C1D07882CA9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FACF7B6-CC59-47FB-9356-E59DE86B992C}">
      <dgm:prSet/>
      <dgm:spPr/>
      <dgm:t>
        <a:bodyPr/>
        <a:lstStyle/>
        <a:p>
          <a:pPr algn="ctr" rtl="0"/>
          <a:r>
            <a:rPr lang="en-US" dirty="0"/>
            <a:t>Cycle III- Y Factor – Effort Variance Normality Curve</a:t>
          </a:r>
        </a:p>
      </dgm:t>
    </dgm:pt>
    <dgm:pt modelId="{1A9D9B8F-F235-4D54-8CCB-3C93A4D3FCB1}" type="parTrans" cxnId="{516822B5-E634-4261-8F34-59D35DD77AC5}">
      <dgm:prSet/>
      <dgm:spPr/>
      <dgm:t>
        <a:bodyPr/>
        <a:lstStyle/>
        <a:p>
          <a:endParaRPr lang="en-IN"/>
        </a:p>
      </dgm:t>
    </dgm:pt>
    <dgm:pt modelId="{01639ADC-8366-4C5C-B9D6-F53AB29C9258}" type="sibTrans" cxnId="{516822B5-E634-4261-8F34-59D35DD77AC5}">
      <dgm:prSet/>
      <dgm:spPr/>
      <dgm:t>
        <a:bodyPr/>
        <a:lstStyle/>
        <a:p>
          <a:endParaRPr lang="en-IN"/>
        </a:p>
      </dgm:t>
    </dgm:pt>
    <dgm:pt modelId="{803EA8C1-C806-4AB2-B304-D115EACD3131}" type="pres">
      <dgm:prSet presAssocID="{918C571F-E0F9-4F54-B7EE-C1D07882CA93}" presName="linear" presStyleCnt="0">
        <dgm:presLayoutVars>
          <dgm:animLvl val="lvl"/>
          <dgm:resizeHandles val="exact"/>
        </dgm:presLayoutVars>
      </dgm:prSet>
      <dgm:spPr/>
    </dgm:pt>
    <dgm:pt modelId="{8365F5F9-F393-4AA4-8467-DD909763643E}" type="pres">
      <dgm:prSet presAssocID="{1FACF7B6-CC59-47FB-9356-E59DE86B992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16822B5-E634-4261-8F34-59D35DD77AC5}" srcId="{918C571F-E0F9-4F54-B7EE-C1D07882CA93}" destId="{1FACF7B6-CC59-47FB-9356-E59DE86B992C}" srcOrd="0" destOrd="0" parTransId="{1A9D9B8F-F235-4D54-8CCB-3C93A4D3FCB1}" sibTransId="{01639ADC-8366-4C5C-B9D6-F53AB29C9258}"/>
    <dgm:cxn modelId="{9A119F22-F32F-43C6-84DF-673B7FA4A8B0}" type="presOf" srcId="{1FACF7B6-CC59-47FB-9356-E59DE86B992C}" destId="{8365F5F9-F393-4AA4-8467-DD909763643E}" srcOrd="0" destOrd="0" presId="urn:microsoft.com/office/officeart/2005/8/layout/vList2"/>
    <dgm:cxn modelId="{DA2D99DB-ADAB-4097-9493-03F77AA1E210}" type="presOf" srcId="{918C571F-E0F9-4F54-B7EE-C1D07882CA93}" destId="{803EA8C1-C806-4AB2-B304-D115EACD3131}" srcOrd="0" destOrd="0" presId="urn:microsoft.com/office/officeart/2005/8/layout/vList2"/>
    <dgm:cxn modelId="{F69FF6DA-A1F5-4DE1-B594-393FDFA10B22}" type="presParOf" srcId="{803EA8C1-C806-4AB2-B304-D115EACD3131}" destId="{8365F5F9-F393-4AA4-8467-DD909763643E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2.xml><?xml version="1.0" encoding="utf-8"?>
<dgm:dataModel xmlns:dgm="http://schemas.openxmlformats.org/drawingml/2006/diagram" xmlns:a="http://schemas.openxmlformats.org/drawingml/2006/main">
  <dgm:ptLst>
    <dgm:pt modelId="{3351E9BF-85CC-4ADD-82EF-748C70384DE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9F7BE8F-26FB-4E0C-AB13-75B5B7569E16}">
      <dgm:prSet/>
      <dgm:spPr/>
      <dgm:t>
        <a:bodyPr/>
        <a:lstStyle/>
        <a:p>
          <a:pPr algn="ctr" rtl="0"/>
          <a:r>
            <a:rPr lang="en-US" dirty="0"/>
            <a:t>Cycle III- Y Factor – Effort Variance Control chart</a:t>
          </a:r>
        </a:p>
      </dgm:t>
    </dgm:pt>
    <dgm:pt modelId="{A1EBF9AE-6DFB-457C-87F3-1EB59258B2DF}" type="parTrans" cxnId="{8C7A3372-D87D-4D06-998A-F89B1E1C2589}">
      <dgm:prSet/>
      <dgm:spPr/>
      <dgm:t>
        <a:bodyPr/>
        <a:lstStyle/>
        <a:p>
          <a:endParaRPr lang="en-IN"/>
        </a:p>
      </dgm:t>
    </dgm:pt>
    <dgm:pt modelId="{C2853D7A-BDAC-4EAF-B794-FE9AD9616640}" type="sibTrans" cxnId="{8C7A3372-D87D-4D06-998A-F89B1E1C2589}">
      <dgm:prSet/>
      <dgm:spPr/>
      <dgm:t>
        <a:bodyPr/>
        <a:lstStyle/>
        <a:p>
          <a:endParaRPr lang="en-IN"/>
        </a:p>
      </dgm:t>
    </dgm:pt>
    <dgm:pt modelId="{12A5E02B-2D59-4455-B17C-590924906797}" type="pres">
      <dgm:prSet presAssocID="{3351E9BF-85CC-4ADD-82EF-748C70384DEF}" presName="linear" presStyleCnt="0">
        <dgm:presLayoutVars>
          <dgm:animLvl val="lvl"/>
          <dgm:resizeHandles val="exact"/>
        </dgm:presLayoutVars>
      </dgm:prSet>
      <dgm:spPr/>
    </dgm:pt>
    <dgm:pt modelId="{28BBD858-DC7C-4306-A9C2-5034B527820C}" type="pres">
      <dgm:prSet presAssocID="{69F7BE8F-26FB-4E0C-AB13-75B5B7569E1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C7A3372-D87D-4D06-998A-F89B1E1C2589}" srcId="{3351E9BF-85CC-4ADD-82EF-748C70384DEF}" destId="{69F7BE8F-26FB-4E0C-AB13-75B5B7569E16}" srcOrd="0" destOrd="0" parTransId="{A1EBF9AE-6DFB-457C-87F3-1EB59258B2DF}" sibTransId="{C2853D7A-BDAC-4EAF-B794-FE9AD9616640}"/>
    <dgm:cxn modelId="{45A8E950-51C5-4A1E-B8FA-D0ED479A3D73}" type="presOf" srcId="{69F7BE8F-26FB-4E0C-AB13-75B5B7569E16}" destId="{28BBD858-DC7C-4306-A9C2-5034B527820C}" srcOrd="0" destOrd="0" presId="urn:microsoft.com/office/officeart/2005/8/layout/vList2"/>
    <dgm:cxn modelId="{938C66F2-7B7C-4BD6-8175-4CB6147B1F1C}" type="presOf" srcId="{3351E9BF-85CC-4ADD-82EF-748C70384DEF}" destId="{12A5E02B-2D59-4455-B17C-590924906797}" srcOrd="0" destOrd="0" presId="urn:microsoft.com/office/officeart/2005/8/layout/vList2"/>
    <dgm:cxn modelId="{AD476606-EB33-457A-9CB7-85A483EDDAEA}" type="presParOf" srcId="{12A5E02B-2D59-4455-B17C-590924906797}" destId="{28BBD858-DC7C-4306-A9C2-5034B527820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3.xml><?xml version="1.0" encoding="utf-8"?>
<dgm:dataModel xmlns:dgm="http://schemas.openxmlformats.org/drawingml/2006/diagram" xmlns:a="http://schemas.openxmlformats.org/drawingml/2006/main">
  <dgm:ptLst>
    <dgm:pt modelId="{1842FC2B-3E7E-48EC-9309-EF4FA21BE65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AC0DFF1-BD37-44D6-ABD0-C3401522A39A}">
      <dgm:prSet/>
      <dgm:spPr/>
      <dgm:t>
        <a:bodyPr/>
        <a:lstStyle/>
        <a:p>
          <a:pPr algn="ctr" rtl="0"/>
          <a:r>
            <a:rPr lang="en-US" dirty="0"/>
            <a:t>Cycle III- Y Factor – Cycle Time Per FP Normality Curve</a:t>
          </a:r>
        </a:p>
      </dgm:t>
    </dgm:pt>
    <dgm:pt modelId="{2610D255-4B65-414B-ACBA-1AB71285095F}" type="parTrans" cxnId="{FC0DB290-BFA6-40F6-BC7B-7D58DAA81E52}">
      <dgm:prSet/>
      <dgm:spPr/>
      <dgm:t>
        <a:bodyPr/>
        <a:lstStyle/>
        <a:p>
          <a:pPr algn="ctr"/>
          <a:endParaRPr lang="en-IN"/>
        </a:p>
      </dgm:t>
    </dgm:pt>
    <dgm:pt modelId="{16DAE2E3-346F-438E-8134-3A5E684F9CF7}" type="sibTrans" cxnId="{FC0DB290-BFA6-40F6-BC7B-7D58DAA81E52}">
      <dgm:prSet/>
      <dgm:spPr/>
      <dgm:t>
        <a:bodyPr/>
        <a:lstStyle/>
        <a:p>
          <a:pPr algn="ctr"/>
          <a:endParaRPr lang="en-IN"/>
        </a:p>
      </dgm:t>
    </dgm:pt>
    <dgm:pt modelId="{6B381FF3-1519-4F2B-AF15-48EF9320A3BD}" type="pres">
      <dgm:prSet presAssocID="{1842FC2B-3E7E-48EC-9309-EF4FA21BE650}" presName="linear" presStyleCnt="0">
        <dgm:presLayoutVars>
          <dgm:animLvl val="lvl"/>
          <dgm:resizeHandles val="exact"/>
        </dgm:presLayoutVars>
      </dgm:prSet>
      <dgm:spPr/>
    </dgm:pt>
    <dgm:pt modelId="{DFAAC41D-661B-4B01-BCC4-AEE17B3E0D2B}" type="pres">
      <dgm:prSet presAssocID="{7AC0DFF1-BD37-44D6-ABD0-C3401522A39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C0DB290-BFA6-40F6-BC7B-7D58DAA81E52}" srcId="{1842FC2B-3E7E-48EC-9309-EF4FA21BE650}" destId="{7AC0DFF1-BD37-44D6-ABD0-C3401522A39A}" srcOrd="0" destOrd="0" parTransId="{2610D255-4B65-414B-ACBA-1AB71285095F}" sibTransId="{16DAE2E3-346F-438E-8134-3A5E684F9CF7}"/>
    <dgm:cxn modelId="{748D30CF-DC85-4163-BDD0-B6759A25FC87}" type="presOf" srcId="{7AC0DFF1-BD37-44D6-ABD0-C3401522A39A}" destId="{DFAAC41D-661B-4B01-BCC4-AEE17B3E0D2B}" srcOrd="0" destOrd="0" presId="urn:microsoft.com/office/officeart/2005/8/layout/vList2"/>
    <dgm:cxn modelId="{4E8ABF55-D8C2-4D7D-95D6-F7B37B0214A7}" type="presOf" srcId="{1842FC2B-3E7E-48EC-9309-EF4FA21BE650}" destId="{6B381FF3-1519-4F2B-AF15-48EF9320A3BD}" srcOrd="0" destOrd="0" presId="urn:microsoft.com/office/officeart/2005/8/layout/vList2"/>
    <dgm:cxn modelId="{EBF18E3F-33B1-4092-BFA6-62376D502920}" type="presParOf" srcId="{6B381FF3-1519-4F2B-AF15-48EF9320A3BD}" destId="{DFAAC41D-661B-4B01-BCC4-AEE17B3E0D2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4.xml><?xml version="1.0" encoding="utf-8"?>
<dgm:dataModel xmlns:dgm="http://schemas.openxmlformats.org/drawingml/2006/diagram" xmlns:a="http://schemas.openxmlformats.org/drawingml/2006/main">
  <dgm:ptLst>
    <dgm:pt modelId="{A95CE80D-E875-410A-8075-570FE73AE3D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1D01176-16C9-4FA8-9AF2-5DBEA734234E}">
      <dgm:prSet/>
      <dgm:spPr/>
      <dgm:t>
        <a:bodyPr/>
        <a:lstStyle/>
        <a:p>
          <a:pPr algn="ctr" rtl="0"/>
          <a:r>
            <a:rPr lang="en-US" dirty="0"/>
            <a:t>Cycle III- Y Factor – Cycle Time Per FP Control Chart</a:t>
          </a:r>
        </a:p>
      </dgm:t>
    </dgm:pt>
    <dgm:pt modelId="{28FA04BF-C321-4D5A-AE4C-2E3CC618A112}" type="parTrans" cxnId="{DBC40448-D986-4286-A93A-7930E8EA3839}">
      <dgm:prSet/>
      <dgm:spPr/>
      <dgm:t>
        <a:bodyPr/>
        <a:lstStyle/>
        <a:p>
          <a:endParaRPr lang="en-IN"/>
        </a:p>
      </dgm:t>
    </dgm:pt>
    <dgm:pt modelId="{21F058B1-9A99-46F1-B5D6-BC7BB6E97355}" type="sibTrans" cxnId="{DBC40448-D986-4286-A93A-7930E8EA3839}">
      <dgm:prSet/>
      <dgm:spPr/>
      <dgm:t>
        <a:bodyPr/>
        <a:lstStyle/>
        <a:p>
          <a:endParaRPr lang="en-IN"/>
        </a:p>
      </dgm:t>
    </dgm:pt>
    <dgm:pt modelId="{48CE8B3E-6538-4E18-8EEC-89F0CE868C83}" type="pres">
      <dgm:prSet presAssocID="{A95CE80D-E875-410A-8075-570FE73AE3D9}" presName="linear" presStyleCnt="0">
        <dgm:presLayoutVars>
          <dgm:animLvl val="lvl"/>
          <dgm:resizeHandles val="exact"/>
        </dgm:presLayoutVars>
      </dgm:prSet>
      <dgm:spPr/>
    </dgm:pt>
    <dgm:pt modelId="{02D406D9-5127-4275-BE20-EC9971E0F7D5}" type="pres">
      <dgm:prSet presAssocID="{F1D01176-16C9-4FA8-9AF2-5DBEA734234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1423EDA-747D-44E7-BE29-C6CE2A40F12C}" type="presOf" srcId="{F1D01176-16C9-4FA8-9AF2-5DBEA734234E}" destId="{02D406D9-5127-4275-BE20-EC9971E0F7D5}" srcOrd="0" destOrd="0" presId="urn:microsoft.com/office/officeart/2005/8/layout/vList2"/>
    <dgm:cxn modelId="{8388138E-A421-4D62-BF01-301969F11D66}" type="presOf" srcId="{A95CE80D-E875-410A-8075-570FE73AE3D9}" destId="{48CE8B3E-6538-4E18-8EEC-89F0CE868C83}" srcOrd="0" destOrd="0" presId="urn:microsoft.com/office/officeart/2005/8/layout/vList2"/>
    <dgm:cxn modelId="{DBC40448-D986-4286-A93A-7930E8EA3839}" srcId="{A95CE80D-E875-410A-8075-570FE73AE3D9}" destId="{F1D01176-16C9-4FA8-9AF2-5DBEA734234E}" srcOrd="0" destOrd="0" parTransId="{28FA04BF-C321-4D5A-AE4C-2E3CC618A112}" sibTransId="{21F058B1-9A99-46F1-B5D6-BC7BB6E97355}"/>
    <dgm:cxn modelId="{9454013F-31DC-49D9-91DF-6D318FBE6AB0}" type="presParOf" srcId="{48CE8B3E-6538-4E18-8EEC-89F0CE868C83}" destId="{02D406D9-5127-4275-BE20-EC9971E0F7D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5.xml><?xml version="1.0" encoding="utf-8"?>
<dgm:dataModel xmlns:dgm="http://schemas.openxmlformats.org/drawingml/2006/diagram" xmlns:a="http://schemas.openxmlformats.org/drawingml/2006/main">
  <dgm:ptLst>
    <dgm:pt modelId="{0455A6CD-58F1-44FE-9875-3B6728394521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8469669-0956-4386-A731-CBBE1ED2071B}">
      <dgm:prSet/>
      <dgm:spPr/>
      <dgm:t>
        <a:bodyPr/>
        <a:lstStyle/>
        <a:p>
          <a:pPr algn="ctr" rtl="0"/>
          <a:r>
            <a:rPr lang="en-US" dirty="0"/>
            <a:t>Cycle III- X Factor – RA effort Normality Curve</a:t>
          </a:r>
        </a:p>
      </dgm:t>
    </dgm:pt>
    <dgm:pt modelId="{B094A62B-1946-48AB-9ACC-2AF7CBDD0D38}" type="parTrans" cxnId="{9DBDAD47-DA21-4289-8F08-D2178FBCE355}">
      <dgm:prSet/>
      <dgm:spPr/>
      <dgm:t>
        <a:bodyPr/>
        <a:lstStyle/>
        <a:p>
          <a:endParaRPr lang="en-IN"/>
        </a:p>
      </dgm:t>
    </dgm:pt>
    <dgm:pt modelId="{56DFA223-8233-4686-B25C-BB021D6709B7}" type="sibTrans" cxnId="{9DBDAD47-DA21-4289-8F08-D2178FBCE355}">
      <dgm:prSet/>
      <dgm:spPr/>
      <dgm:t>
        <a:bodyPr/>
        <a:lstStyle/>
        <a:p>
          <a:endParaRPr lang="en-IN"/>
        </a:p>
      </dgm:t>
    </dgm:pt>
    <dgm:pt modelId="{26B87B52-6BE1-4DFC-B8EB-4D428942E78A}" type="pres">
      <dgm:prSet presAssocID="{0455A6CD-58F1-44FE-9875-3B6728394521}" presName="linear" presStyleCnt="0">
        <dgm:presLayoutVars>
          <dgm:animLvl val="lvl"/>
          <dgm:resizeHandles val="exact"/>
        </dgm:presLayoutVars>
      </dgm:prSet>
      <dgm:spPr/>
    </dgm:pt>
    <dgm:pt modelId="{AF07F86D-5BC4-4DF4-841A-C52794490457}" type="pres">
      <dgm:prSet presAssocID="{68469669-0956-4386-A731-CBBE1ED2071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C51A3E2-72BF-425A-820E-B6B210E4B070}" type="presOf" srcId="{0455A6CD-58F1-44FE-9875-3B6728394521}" destId="{26B87B52-6BE1-4DFC-B8EB-4D428942E78A}" srcOrd="0" destOrd="0" presId="urn:microsoft.com/office/officeart/2005/8/layout/vList2"/>
    <dgm:cxn modelId="{9DBDAD47-DA21-4289-8F08-D2178FBCE355}" srcId="{0455A6CD-58F1-44FE-9875-3B6728394521}" destId="{68469669-0956-4386-A731-CBBE1ED2071B}" srcOrd="0" destOrd="0" parTransId="{B094A62B-1946-48AB-9ACC-2AF7CBDD0D38}" sibTransId="{56DFA223-8233-4686-B25C-BB021D6709B7}"/>
    <dgm:cxn modelId="{07A53EBC-5B9C-4A98-9B6F-8BA9494A8C2F}" type="presOf" srcId="{68469669-0956-4386-A731-CBBE1ED2071B}" destId="{AF07F86D-5BC4-4DF4-841A-C52794490457}" srcOrd="0" destOrd="0" presId="urn:microsoft.com/office/officeart/2005/8/layout/vList2"/>
    <dgm:cxn modelId="{DA202DDE-EFCA-4464-97AE-6C3EBD883EDB}" type="presParOf" srcId="{26B87B52-6BE1-4DFC-B8EB-4D428942E78A}" destId="{AF07F86D-5BC4-4DF4-841A-C5279449045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6.xml><?xml version="1.0" encoding="utf-8"?>
<dgm:dataModel xmlns:dgm="http://schemas.openxmlformats.org/drawingml/2006/diagram" xmlns:a="http://schemas.openxmlformats.org/drawingml/2006/main">
  <dgm:ptLst>
    <dgm:pt modelId="{FC1EFEEE-A222-411E-AA1F-1F17C1867E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1C82904-A23B-4FDE-9741-D8A01E3F581E}">
      <dgm:prSet/>
      <dgm:spPr/>
      <dgm:t>
        <a:bodyPr/>
        <a:lstStyle/>
        <a:p>
          <a:pPr algn="ctr" rtl="0"/>
          <a:r>
            <a:rPr lang="en-US" dirty="0"/>
            <a:t>Cycle III- X Factor – RA effort Control Chart</a:t>
          </a:r>
        </a:p>
      </dgm:t>
    </dgm:pt>
    <dgm:pt modelId="{F9FFA4FA-D767-4F21-8F5E-49DB0B168EE4}" type="parTrans" cxnId="{404100B0-5EEE-4F19-BCFA-1C0B3FC8FDBD}">
      <dgm:prSet/>
      <dgm:spPr/>
      <dgm:t>
        <a:bodyPr/>
        <a:lstStyle/>
        <a:p>
          <a:endParaRPr lang="en-IN"/>
        </a:p>
      </dgm:t>
    </dgm:pt>
    <dgm:pt modelId="{942F800A-E9AC-462F-983F-D8CF47E7E8A6}" type="sibTrans" cxnId="{404100B0-5EEE-4F19-BCFA-1C0B3FC8FDBD}">
      <dgm:prSet/>
      <dgm:spPr/>
      <dgm:t>
        <a:bodyPr/>
        <a:lstStyle/>
        <a:p>
          <a:endParaRPr lang="en-IN"/>
        </a:p>
      </dgm:t>
    </dgm:pt>
    <dgm:pt modelId="{3B7DCD4D-5DC3-4546-9FD7-13D8E7C81051}" type="pres">
      <dgm:prSet presAssocID="{FC1EFEEE-A222-411E-AA1F-1F17C1867EC0}" presName="linear" presStyleCnt="0">
        <dgm:presLayoutVars>
          <dgm:animLvl val="lvl"/>
          <dgm:resizeHandles val="exact"/>
        </dgm:presLayoutVars>
      </dgm:prSet>
      <dgm:spPr/>
    </dgm:pt>
    <dgm:pt modelId="{B1323B38-58F4-4C32-9C5F-BD8FF1BD836C}" type="pres">
      <dgm:prSet presAssocID="{11C82904-A23B-4FDE-9741-D8A01E3F581E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947A7438-642D-45B0-9EE9-AA47FE70BDB7}" type="presOf" srcId="{11C82904-A23B-4FDE-9741-D8A01E3F581E}" destId="{B1323B38-58F4-4C32-9C5F-BD8FF1BD836C}" srcOrd="0" destOrd="0" presId="urn:microsoft.com/office/officeart/2005/8/layout/vList2"/>
    <dgm:cxn modelId="{180FDDA3-B272-4411-A6D1-ED9DC96190DE}" type="presOf" srcId="{FC1EFEEE-A222-411E-AA1F-1F17C1867EC0}" destId="{3B7DCD4D-5DC3-4546-9FD7-13D8E7C81051}" srcOrd="0" destOrd="0" presId="urn:microsoft.com/office/officeart/2005/8/layout/vList2"/>
    <dgm:cxn modelId="{404100B0-5EEE-4F19-BCFA-1C0B3FC8FDBD}" srcId="{FC1EFEEE-A222-411E-AA1F-1F17C1867EC0}" destId="{11C82904-A23B-4FDE-9741-D8A01E3F581E}" srcOrd="0" destOrd="0" parTransId="{F9FFA4FA-D767-4F21-8F5E-49DB0B168EE4}" sibTransId="{942F800A-E9AC-462F-983F-D8CF47E7E8A6}"/>
    <dgm:cxn modelId="{6205E86E-F351-4D51-B3B9-C967490BC535}" type="presParOf" srcId="{3B7DCD4D-5DC3-4546-9FD7-13D8E7C81051}" destId="{B1323B38-58F4-4C32-9C5F-BD8FF1BD836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7.xml><?xml version="1.0" encoding="utf-8"?>
<dgm:dataModel xmlns:dgm="http://schemas.openxmlformats.org/drawingml/2006/diagram" xmlns:a="http://schemas.openxmlformats.org/drawingml/2006/main">
  <dgm:ptLst>
    <dgm:pt modelId="{74AE2B7D-D430-4FDF-BB58-F76E2668FAB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6D45F54-6572-4006-B9BE-181CA834B134}">
      <dgm:prSet/>
      <dgm:spPr/>
      <dgm:t>
        <a:bodyPr/>
        <a:lstStyle/>
        <a:p>
          <a:pPr algn="ctr" rtl="0"/>
          <a:r>
            <a:rPr lang="en-US" dirty="0"/>
            <a:t>Cycle III- X Factor – RA Review effort Normality Curve</a:t>
          </a:r>
        </a:p>
      </dgm:t>
    </dgm:pt>
    <dgm:pt modelId="{E4DE1E65-D044-4262-9B4A-8769EE3646EE}" type="parTrans" cxnId="{7C342E0A-1EA9-4854-A7AE-73C871F6BD20}">
      <dgm:prSet/>
      <dgm:spPr/>
      <dgm:t>
        <a:bodyPr/>
        <a:lstStyle/>
        <a:p>
          <a:endParaRPr lang="en-IN"/>
        </a:p>
      </dgm:t>
    </dgm:pt>
    <dgm:pt modelId="{EB2D96A6-0568-4F2B-AEC6-C767DB3A1ACE}" type="sibTrans" cxnId="{7C342E0A-1EA9-4854-A7AE-73C871F6BD20}">
      <dgm:prSet/>
      <dgm:spPr/>
      <dgm:t>
        <a:bodyPr/>
        <a:lstStyle/>
        <a:p>
          <a:endParaRPr lang="en-IN"/>
        </a:p>
      </dgm:t>
    </dgm:pt>
    <dgm:pt modelId="{515E6008-BD94-4C1D-B699-EF36CA091F60}" type="pres">
      <dgm:prSet presAssocID="{74AE2B7D-D430-4FDF-BB58-F76E2668FABF}" presName="linear" presStyleCnt="0">
        <dgm:presLayoutVars>
          <dgm:animLvl val="lvl"/>
          <dgm:resizeHandles val="exact"/>
        </dgm:presLayoutVars>
      </dgm:prSet>
      <dgm:spPr/>
    </dgm:pt>
    <dgm:pt modelId="{9117F745-9716-4F08-826F-DD0D2877E34A}" type="pres">
      <dgm:prSet presAssocID="{D6D45F54-6572-4006-B9BE-181CA834B13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C342E0A-1EA9-4854-A7AE-73C871F6BD20}" srcId="{74AE2B7D-D430-4FDF-BB58-F76E2668FABF}" destId="{D6D45F54-6572-4006-B9BE-181CA834B134}" srcOrd="0" destOrd="0" parTransId="{E4DE1E65-D044-4262-9B4A-8769EE3646EE}" sibTransId="{EB2D96A6-0568-4F2B-AEC6-C767DB3A1ACE}"/>
    <dgm:cxn modelId="{E453F689-AEE2-4641-ABE5-2AFD549EE655}" type="presOf" srcId="{D6D45F54-6572-4006-B9BE-181CA834B134}" destId="{9117F745-9716-4F08-826F-DD0D2877E34A}" srcOrd="0" destOrd="0" presId="urn:microsoft.com/office/officeart/2005/8/layout/vList2"/>
    <dgm:cxn modelId="{C5228504-511A-4012-AEE7-D8985050ECB7}" type="presOf" srcId="{74AE2B7D-D430-4FDF-BB58-F76E2668FABF}" destId="{515E6008-BD94-4C1D-B699-EF36CA091F60}" srcOrd="0" destOrd="0" presId="urn:microsoft.com/office/officeart/2005/8/layout/vList2"/>
    <dgm:cxn modelId="{59C53639-B7B4-4A50-8A30-4477F8E0BD56}" type="presParOf" srcId="{515E6008-BD94-4C1D-B699-EF36CA091F60}" destId="{9117F745-9716-4F08-826F-DD0D2877E34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8.xml><?xml version="1.0" encoding="utf-8"?>
<dgm:dataModel xmlns:dgm="http://schemas.openxmlformats.org/drawingml/2006/diagram" xmlns:a="http://schemas.openxmlformats.org/drawingml/2006/main">
  <dgm:ptLst>
    <dgm:pt modelId="{7F68AF60-737A-46AF-BD8C-1354022C3E0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690F174-23E4-48E9-AC76-68547700F2A5}">
      <dgm:prSet/>
      <dgm:spPr/>
      <dgm:t>
        <a:bodyPr/>
        <a:lstStyle/>
        <a:p>
          <a:pPr algn="ctr" rtl="0"/>
          <a:r>
            <a:rPr lang="en-US" dirty="0"/>
            <a:t>Cycle III- X Factor – RA Review control chart</a:t>
          </a:r>
        </a:p>
      </dgm:t>
    </dgm:pt>
    <dgm:pt modelId="{A3684E24-C84C-4F5D-9AF8-8D01CA80418D}" type="parTrans" cxnId="{E5C79AA0-C2F4-444B-B095-FDE60EAA2189}">
      <dgm:prSet/>
      <dgm:spPr/>
      <dgm:t>
        <a:bodyPr/>
        <a:lstStyle/>
        <a:p>
          <a:endParaRPr lang="en-IN"/>
        </a:p>
      </dgm:t>
    </dgm:pt>
    <dgm:pt modelId="{2BAD90A7-EAD0-4E2E-8964-F46A3140F322}" type="sibTrans" cxnId="{E5C79AA0-C2F4-444B-B095-FDE60EAA2189}">
      <dgm:prSet/>
      <dgm:spPr/>
      <dgm:t>
        <a:bodyPr/>
        <a:lstStyle/>
        <a:p>
          <a:endParaRPr lang="en-IN"/>
        </a:p>
      </dgm:t>
    </dgm:pt>
    <dgm:pt modelId="{089DB6A9-BE39-4BDA-8620-FEAEE980509B}" type="pres">
      <dgm:prSet presAssocID="{7F68AF60-737A-46AF-BD8C-1354022C3E07}" presName="linear" presStyleCnt="0">
        <dgm:presLayoutVars>
          <dgm:animLvl val="lvl"/>
          <dgm:resizeHandles val="exact"/>
        </dgm:presLayoutVars>
      </dgm:prSet>
      <dgm:spPr/>
    </dgm:pt>
    <dgm:pt modelId="{6F49A68F-55BD-441B-9B21-D526E591FD88}" type="pres">
      <dgm:prSet presAssocID="{1690F174-23E4-48E9-AC76-68547700F2A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D99460BC-D339-4E16-93B7-D6FFE7FFF7C0}" type="presOf" srcId="{1690F174-23E4-48E9-AC76-68547700F2A5}" destId="{6F49A68F-55BD-441B-9B21-D526E591FD88}" srcOrd="0" destOrd="0" presId="urn:microsoft.com/office/officeart/2005/8/layout/vList2"/>
    <dgm:cxn modelId="{B9F8EF33-AF3A-4908-B503-A30D38C7F21C}" type="presOf" srcId="{7F68AF60-737A-46AF-BD8C-1354022C3E07}" destId="{089DB6A9-BE39-4BDA-8620-FEAEE980509B}" srcOrd="0" destOrd="0" presId="urn:microsoft.com/office/officeart/2005/8/layout/vList2"/>
    <dgm:cxn modelId="{E5C79AA0-C2F4-444B-B095-FDE60EAA2189}" srcId="{7F68AF60-737A-46AF-BD8C-1354022C3E07}" destId="{1690F174-23E4-48E9-AC76-68547700F2A5}" srcOrd="0" destOrd="0" parTransId="{A3684E24-C84C-4F5D-9AF8-8D01CA80418D}" sibTransId="{2BAD90A7-EAD0-4E2E-8964-F46A3140F322}"/>
    <dgm:cxn modelId="{047635F9-E598-45D7-B172-CD7E7B0038B2}" type="presParOf" srcId="{089DB6A9-BE39-4BDA-8620-FEAEE980509B}" destId="{6F49A68F-55BD-441B-9B21-D526E591FD8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9.xml><?xml version="1.0" encoding="utf-8"?>
<dgm:dataModel xmlns:dgm="http://schemas.openxmlformats.org/drawingml/2006/diagram" xmlns:a="http://schemas.openxmlformats.org/drawingml/2006/main">
  <dgm:ptLst>
    <dgm:pt modelId="{B903BC6D-F2D1-4968-A219-DA5E885AFFA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0163C369-17CC-4BE0-A5AF-D6EFB24E8153}">
      <dgm:prSet/>
      <dgm:spPr/>
      <dgm:t>
        <a:bodyPr/>
        <a:lstStyle/>
        <a:p>
          <a:pPr algn="ctr" rtl="0"/>
          <a:r>
            <a:rPr lang="en-US" dirty="0"/>
            <a:t>Cycle III- X Factor – Coding Effort Per FP Normality Curve</a:t>
          </a:r>
        </a:p>
      </dgm:t>
    </dgm:pt>
    <dgm:pt modelId="{723F344B-B2A7-4CD5-8702-F7C492A6940C}" type="parTrans" cxnId="{FBE0F78C-D69B-4D96-BD26-6E14CFC36039}">
      <dgm:prSet/>
      <dgm:spPr/>
      <dgm:t>
        <a:bodyPr/>
        <a:lstStyle/>
        <a:p>
          <a:endParaRPr lang="en-IN"/>
        </a:p>
      </dgm:t>
    </dgm:pt>
    <dgm:pt modelId="{1CF39054-8624-4D7E-831F-731B297669C6}" type="sibTrans" cxnId="{FBE0F78C-D69B-4D96-BD26-6E14CFC36039}">
      <dgm:prSet/>
      <dgm:spPr/>
      <dgm:t>
        <a:bodyPr/>
        <a:lstStyle/>
        <a:p>
          <a:endParaRPr lang="en-IN"/>
        </a:p>
      </dgm:t>
    </dgm:pt>
    <dgm:pt modelId="{6922046A-59E2-44FC-9C6E-DA2CCEFA2413}" type="pres">
      <dgm:prSet presAssocID="{B903BC6D-F2D1-4968-A219-DA5E885AFFA4}" presName="linear" presStyleCnt="0">
        <dgm:presLayoutVars>
          <dgm:animLvl val="lvl"/>
          <dgm:resizeHandles val="exact"/>
        </dgm:presLayoutVars>
      </dgm:prSet>
      <dgm:spPr/>
    </dgm:pt>
    <dgm:pt modelId="{F87B0F2C-63F8-4868-AAEB-3AEE008F1A47}" type="pres">
      <dgm:prSet presAssocID="{0163C369-17CC-4BE0-A5AF-D6EFB24E815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BE0F78C-D69B-4D96-BD26-6E14CFC36039}" srcId="{B903BC6D-F2D1-4968-A219-DA5E885AFFA4}" destId="{0163C369-17CC-4BE0-A5AF-D6EFB24E8153}" srcOrd="0" destOrd="0" parTransId="{723F344B-B2A7-4CD5-8702-F7C492A6940C}" sibTransId="{1CF39054-8624-4D7E-831F-731B297669C6}"/>
    <dgm:cxn modelId="{ED5D8D85-50DB-46A9-A147-3757F3A70188}" type="presOf" srcId="{0163C369-17CC-4BE0-A5AF-D6EFB24E8153}" destId="{F87B0F2C-63F8-4868-AAEB-3AEE008F1A47}" srcOrd="0" destOrd="0" presId="urn:microsoft.com/office/officeart/2005/8/layout/vList2"/>
    <dgm:cxn modelId="{2AB0907C-6A51-480B-8130-DB11E4EA5576}" type="presOf" srcId="{B903BC6D-F2D1-4968-A219-DA5E885AFFA4}" destId="{6922046A-59E2-44FC-9C6E-DA2CCEFA2413}" srcOrd="0" destOrd="0" presId="urn:microsoft.com/office/officeart/2005/8/layout/vList2"/>
    <dgm:cxn modelId="{4DDC6FC5-F483-421C-B67E-232D0F0D9B62}" type="presParOf" srcId="{6922046A-59E2-44FC-9C6E-DA2CCEFA2413}" destId="{F87B0F2C-63F8-4868-AAEB-3AEE008F1A47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0.xml><?xml version="1.0" encoding="utf-8"?>
<dgm:dataModel xmlns:dgm="http://schemas.openxmlformats.org/drawingml/2006/diagram" xmlns:a="http://schemas.openxmlformats.org/drawingml/2006/main">
  <dgm:ptLst>
    <dgm:pt modelId="{53A6C556-CD4E-4265-AEA1-B93E4BEA33A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9AF8B12-E8C6-47FB-A4CB-C446164B625B}">
      <dgm:prSet/>
      <dgm:spPr/>
      <dgm:t>
        <a:bodyPr/>
        <a:lstStyle/>
        <a:p>
          <a:pPr algn="ctr" rtl="0"/>
          <a:r>
            <a:rPr lang="en-US" dirty="0"/>
            <a:t>Cycle III- X Factor – Coding Effort per FP control chart</a:t>
          </a:r>
        </a:p>
      </dgm:t>
    </dgm:pt>
    <dgm:pt modelId="{4486F60A-739F-4653-8BF7-AA786ABCC6CA}" type="parTrans" cxnId="{818B2F44-51D4-45D4-961A-5F18E07C3535}">
      <dgm:prSet/>
      <dgm:spPr/>
      <dgm:t>
        <a:bodyPr/>
        <a:lstStyle/>
        <a:p>
          <a:endParaRPr lang="en-IN"/>
        </a:p>
      </dgm:t>
    </dgm:pt>
    <dgm:pt modelId="{CE3C5FD7-5142-4159-A48C-0B387ABB17E0}" type="sibTrans" cxnId="{818B2F44-51D4-45D4-961A-5F18E07C3535}">
      <dgm:prSet/>
      <dgm:spPr/>
      <dgm:t>
        <a:bodyPr/>
        <a:lstStyle/>
        <a:p>
          <a:endParaRPr lang="en-IN"/>
        </a:p>
      </dgm:t>
    </dgm:pt>
    <dgm:pt modelId="{D1913B16-6743-4DDD-9512-3267C62CA7E9}" type="pres">
      <dgm:prSet presAssocID="{53A6C556-CD4E-4265-AEA1-B93E4BEA33AE}" presName="linear" presStyleCnt="0">
        <dgm:presLayoutVars>
          <dgm:animLvl val="lvl"/>
          <dgm:resizeHandles val="exact"/>
        </dgm:presLayoutVars>
      </dgm:prSet>
      <dgm:spPr/>
    </dgm:pt>
    <dgm:pt modelId="{77EA7E0E-D7A8-42B0-B000-EBDABBE11801}" type="pres">
      <dgm:prSet presAssocID="{39AF8B12-E8C6-47FB-A4CB-C446164B625B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AD837EA7-C198-4DFA-ABFB-FE8FC3FAB61A}" type="presOf" srcId="{39AF8B12-E8C6-47FB-A4CB-C446164B625B}" destId="{77EA7E0E-D7A8-42B0-B000-EBDABBE11801}" srcOrd="0" destOrd="0" presId="urn:microsoft.com/office/officeart/2005/8/layout/vList2"/>
    <dgm:cxn modelId="{E1E2D369-540C-4A4B-99F5-57FF08020F7B}" type="presOf" srcId="{53A6C556-CD4E-4265-AEA1-B93E4BEA33AE}" destId="{D1913B16-6743-4DDD-9512-3267C62CA7E9}" srcOrd="0" destOrd="0" presId="urn:microsoft.com/office/officeart/2005/8/layout/vList2"/>
    <dgm:cxn modelId="{818B2F44-51D4-45D4-961A-5F18E07C3535}" srcId="{53A6C556-CD4E-4265-AEA1-B93E4BEA33AE}" destId="{39AF8B12-E8C6-47FB-A4CB-C446164B625B}" srcOrd="0" destOrd="0" parTransId="{4486F60A-739F-4653-8BF7-AA786ABCC6CA}" sibTransId="{CE3C5FD7-5142-4159-A48C-0B387ABB17E0}"/>
    <dgm:cxn modelId="{392B995B-DD7A-4143-A7CB-2D61708A9619}" type="presParOf" srcId="{D1913B16-6743-4DDD-9512-3267C62CA7E9}" destId="{77EA7E0E-D7A8-42B0-B000-EBDABBE1180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1.xml><?xml version="1.0" encoding="utf-8"?>
<dgm:dataModel xmlns:dgm="http://schemas.openxmlformats.org/drawingml/2006/diagram" xmlns:a="http://schemas.openxmlformats.org/drawingml/2006/main">
  <dgm:ptLst>
    <dgm:pt modelId="{D03D5E83-74D9-4B9A-A9BE-A818102916C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A4F9726-46C5-4169-B6A8-318023F50343}">
      <dgm:prSet/>
      <dgm:spPr/>
      <dgm:t>
        <a:bodyPr/>
        <a:lstStyle/>
        <a:p>
          <a:pPr algn="ctr" rtl="0"/>
          <a:r>
            <a:rPr lang="en-US" dirty="0"/>
            <a:t>Cycle III- X Factor – </a:t>
          </a:r>
          <a:r>
            <a:rPr lang="en-IN" dirty="0"/>
            <a:t>Test Preparation Effort </a:t>
          </a:r>
          <a:r>
            <a:rPr lang="en-US" dirty="0"/>
            <a:t>Per FP Normality Curve</a:t>
          </a:r>
        </a:p>
      </dgm:t>
    </dgm:pt>
    <dgm:pt modelId="{2B892514-F7D0-4FAD-96EF-F32FB3A7D0A4}" type="parTrans" cxnId="{419E3DC3-90D6-4352-83E9-A7D83AD243E0}">
      <dgm:prSet/>
      <dgm:spPr/>
      <dgm:t>
        <a:bodyPr/>
        <a:lstStyle/>
        <a:p>
          <a:endParaRPr lang="en-IN"/>
        </a:p>
      </dgm:t>
    </dgm:pt>
    <dgm:pt modelId="{D45DE577-96DE-485D-B5E1-A4998CECB5CD}" type="sibTrans" cxnId="{419E3DC3-90D6-4352-83E9-A7D83AD243E0}">
      <dgm:prSet/>
      <dgm:spPr/>
      <dgm:t>
        <a:bodyPr/>
        <a:lstStyle/>
        <a:p>
          <a:endParaRPr lang="en-IN"/>
        </a:p>
      </dgm:t>
    </dgm:pt>
    <dgm:pt modelId="{DA14E629-AF33-49F7-8BDA-33C425B6524F}" type="pres">
      <dgm:prSet presAssocID="{D03D5E83-74D9-4B9A-A9BE-A818102916C4}" presName="linear" presStyleCnt="0">
        <dgm:presLayoutVars>
          <dgm:animLvl val="lvl"/>
          <dgm:resizeHandles val="exact"/>
        </dgm:presLayoutVars>
      </dgm:prSet>
      <dgm:spPr/>
    </dgm:pt>
    <dgm:pt modelId="{EEE53244-54F9-4440-854D-4C42470A5FE1}" type="pres">
      <dgm:prSet presAssocID="{4A4F9726-46C5-4169-B6A8-318023F5034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19E3DC3-90D6-4352-83E9-A7D83AD243E0}" srcId="{D03D5E83-74D9-4B9A-A9BE-A818102916C4}" destId="{4A4F9726-46C5-4169-B6A8-318023F50343}" srcOrd="0" destOrd="0" parTransId="{2B892514-F7D0-4FAD-96EF-F32FB3A7D0A4}" sibTransId="{D45DE577-96DE-485D-B5E1-A4998CECB5CD}"/>
    <dgm:cxn modelId="{5A2F3A7E-49C3-4EAA-B939-5C912A8555A3}" type="presOf" srcId="{D03D5E83-74D9-4B9A-A9BE-A818102916C4}" destId="{DA14E629-AF33-49F7-8BDA-33C425B6524F}" srcOrd="0" destOrd="0" presId="urn:microsoft.com/office/officeart/2005/8/layout/vList2"/>
    <dgm:cxn modelId="{C540C353-A43D-48C7-A9A1-5888838A45DD}" type="presOf" srcId="{4A4F9726-46C5-4169-B6A8-318023F50343}" destId="{EEE53244-54F9-4440-854D-4C42470A5FE1}" srcOrd="0" destOrd="0" presId="urn:microsoft.com/office/officeart/2005/8/layout/vList2"/>
    <dgm:cxn modelId="{E7ED61E2-9B4C-4197-91D8-2CE5BFA0501B}" type="presParOf" srcId="{DA14E629-AF33-49F7-8BDA-33C425B6524F}" destId="{EEE53244-54F9-4440-854D-4C42470A5FE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2.xml><?xml version="1.0" encoding="utf-8"?>
<dgm:dataModel xmlns:dgm="http://schemas.openxmlformats.org/drawingml/2006/diagram" xmlns:a="http://schemas.openxmlformats.org/drawingml/2006/main">
  <dgm:ptLst>
    <dgm:pt modelId="{1FD4FDB2-C3A8-4C31-BC29-D9826607579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8C1E991-ECFE-435E-B2E7-C890ED657DEA}">
      <dgm:prSet/>
      <dgm:spPr/>
      <dgm:t>
        <a:bodyPr/>
        <a:lstStyle/>
        <a:p>
          <a:pPr algn="ctr" rtl="0"/>
          <a:r>
            <a:rPr lang="en-US" dirty="0"/>
            <a:t>Cycle III- X Factor – </a:t>
          </a:r>
          <a:r>
            <a:rPr lang="en-IN" dirty="0"/>
            <a:t>Test Preparation Effort </a:t>
          </a:r>
          <a:r>
            <a:rPr lang="en-US" dirty="0"/>
            <a:t>Per FP control chart</a:t>
          </a:r>
        </a:p>
      </dgm:t>
    </dgm:pt>
    <dgm:pt modelId="{1704D568-D9B9-46AB-A133-0CD578FAF4B5}" type="parTrans" cxnId="{5E4DF918-643D-4B00-A1C2-857CA2EF7F32}">
      <dgm:prSet/>
      <dgm:spPr/>
      <dgm:t>
        <a:bodyPr/>
        <a:lstStyle/>
        <a:p>
          <a:endParaRPr lang="en-IN"/>
        </a:p>
      </dgm:t>
    </dgm:pt>
    <dgm:pt modelId="{23DE7EB3-F854-45C3-B6BC-7F5346B8FC23}" type="sibTrans" cxnId="{5E4DF918-643D-4B00-A1C2-857CA2EF7F32}">
      <dgm:prSet/>
      <dgm:spPr/>
      <dgm:t>
        <a:bodyPr/>
        <a:lstStyle/>
        <a:p>
          <a:endParaRPr lang="en-IN"/>
        </a:p>
      </dgm:t>
    </dgm:pt>
    <dgm:pt modelId="{099EE19F-2F3A-4FCC-90D9-C8A9ACACF76A}" type="pres">
      <dgm:prSet presAssocID="{1FD4FDB2-C3A8-4C31-BC29-D9826607579A}" presName="linear" presStyleCnt="0">
        <dgm:presLayoutVars>
          <dgm:animLvl val="lvl"/>
          <dgm:resizeHandles val="exact"/>
        </dgm:presLayoutVars>
      </dgm:prSet>
      <dgm:spPr/>
    </dgm:pt>
    <dgm:pt modelId="{9E9D8EAB-3CEF-441B-81A3-8C1468B0A715}" type="pres">
      <dgm:prSet presAssocID="{98C1E991-ECFE-435E-B2E7-C890ED657DEA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E4DF918-643D-4B00-A1C2-857CA2EF7F32}" srcId="{1FD4FDB2-C3A8-4C31-BC29-D9826607579A}" destId="{98C1E991-ECFE-435E-B2E7-C890ED657DEA}" srcOrd="0" destOrd="0" parTransId="{1704D568-D9B9-46AB-A133-0CD578FAF4B5}" sibTransId="{23DE7EB3-F854-45C3-B6BC-7F5346B8FC23}"/>
    <dgm:cxn modelId="{E9C5507D-606D-4170-A42E-D46ACC5870B4}" type="presOf" srcId="{98C1E991-ECFE-435E-B2E7-C890ED657DEA}" destId="{9E9D8EAB-3CEF-441B-81A3-8C1468B0A715}" srcOrd="0" destOrd="0" presId="urn:microsoft.com/office/officeart/2005/8/layout/vList2"/>
    <dgm:cxn modelId="{77CB3B5B-CEA8-4092-88D7-AE2620C0B8F3}" type="presOf" srcId="{1FD4FDB2-C3A8-4C31-BC29-D9826607579A}" destId="{099EE19F-2F3A-4FCC-90D9-C8A9ACACF76A}" srcOrd="0" destOrd="0" presId="urn:microsoft.com/office/officeart/2005/8/layout/vList2"/>
    <dgm:cxn modelId="{16B74DF8-B99D-4EED-9786-E3A378053B5A}" type="presParOf" srcId="{099EE19F-2F3A-4FCC-90D9-C8A9ACACF76A}" destId="{9E9D8EAB-3CEF-441B-81A3-8C1468B0A715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3.xml><?xml version="1.0" encoding="utf-8"?>
<dgm:dataModel xmlns:dgm="http://schemas.openxmlformats.org/drawingml/2006/diagram" xmlns:a="http://schemas.openxmlformats.org/drawingml/2006/main">
  <dgm:ptLst>
    <dgm:pt modelId="{3E19ADD6-344D-46D1-B7FE-3123AF93A9C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DDE76C0E-C1E0-4561-B0A5-61BEBF730A4C}">
      <dgm:prSet/>
      <dgm:spPr/>
      <dgm:t>
        <a:bodyPr/>
        <a:lstStyle/>
        <a:p>
          <a:pPr algn="ctr" rtl="0"/>
          <a:r>
            <a:rPr lang="en-US" dirty="0"/>
            <a:t>Data comparison For EV Cycle-I and Cycle-III</a:t>
          </a:r>
          <a:endParaRPr lang="en-IN" dirty="0"/>
        </a:p>
      </dgm:t>
    </dgm:pt>
    <dgm:pt modelId="{6C678E1D-7DAA-48DC-B0EC-D8F7E60772D3}" type="parTrans" cxnId="{E688951A-60DA-4442-B8BE-AA2ECBA46A9B}">
      <dgm:prSet/>
      <dgm:spPr/>
      <dgm:t>
        <a:bodyPr/>
        <a:lstStyle/>
        <a:p>
          <a:endParaRPr lang="en-IN"/>
        </a:p>
      </dgm:t>
    </dgm:pt>
    <dgm:pt modelId="{C3277B6A-44B2-4AE5-B42B-436771EC1436}" type="sibTrans" cxnId="{E688951A-60DA-4442-B8BE-AA2ECBA46A9B}">
      <dgm:prSet/>
      <dgm:spPr/>
      <dgm:t>
        <a:bodyPr/>
        <a:lstStyle/>
        <a:p>
          <a:endParaRPr lang="en-IN"/>
        </a:p>
      </dgm:t>
    </dgm:pt>
    <dgm:pt modelId="{62302B59-B17F-4BAA-93B8-0E407CBD3DF4}" type="pres">
      <dgm:prSet presAssocID="{3E19ADD6-344D-46D1-B7FE-3123AF93A9C8}" presName="linear" presStyleCnt="0">
        <dgm:presLayoutVars>
          <dgm:animLvl val="lvl"/>
          <dgm:resizeHandles val="exact"/>
        </dgm:presLayoutVars>
      </dgm:prSet>
      <dgm:spPr/>
    </dgm:pt>
    <dgm:pt modelId="{E56D0AAF-EEB6-4731-9FBF-0A7AC13E7BA0}" type="pres">
      <dgm:prSet presAssocID="{DDE76C0E-C1E0-4561-B0A5-61BEBF730A4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BFDF1A79-6063-412A-84A2-74818B9E2825}" type="presOf" srcId="{3E19ADD6-344D-46D1-B7FE-3123AF93A9C8}" destId="{62302B59-B17F-4BAA-93B8-0E407CBD3DF4}" srcOrd="0" destOrd="0" presId="urn:microsoft.com/office/officeart/2005/8/layout/vList2"/>
    <dgm:cxn modelId="{E688951A-60DA-4442-B8BE-AA2ECBA46A9B}" srcId="{3E19ADD6-344D-46D1-B7FE-3123AF93A9C8}" destId="{DDE76C0E-C1E0-4561-B0A5-61BEBF730A4C}" srcOrd="0" destOrd="0" parTransId="{6C678E1D-7DAA-48DC-B0EC-D8F7E60772D3}" sibTransId="{C3277B6A-44B2-4AE5-B42B-436771EC1436}"/>
    <dgm:cxn modelId="{4E33E6D6-E8FC-474F-B1DD-10519A9CF8C0}" type="presOf" srcId="{DDE76C0E-C1E0-4561-B0A5-61BEBF730A4C}" destId="{E56D0AAF-EEB6-4731-9FBF-0A7AC13E7BA0}" srcOrd="0" destOrd="0" presId="urn:microsoft.com/office/officeart/2005/8/layout/vList2"/>
    <dgm:cxn modelId="{B9811F95-EE68-460D-A80A-2924480C74B9}" type="presParOf" srcId="{62302B59-B17F-4BAA-93B8-0E407CBD3DF4}" destId="{E56D0AAF-EEB6-4731-9FBF-0A7AC13E7BA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4.xml><?xml version="1.0" encoding="utf-8"?>
<dgm:dataModel xmlns:dgm="http://schemas.openxmlformats.org/drawingml/2006/diagram" xmlns:a="http://schemas.openxmlformats.org/drawingml/2006/main">
  <dgm:ptLst>
    <dgm:pt modelId="{3F8D1DF5-3F4F-4EDB-847F-5D393D98D76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77B80B5-E7FE-4101-A221-564430692A73}">
      <dgm:prSet/>
      <dgm:spPr/>
      <dgm:t>
        <a:bodyPr/>
        <a:lstStyle/>
        <a:p>
          <a:pPr algn="ctr" rtl="0"/>
          <a:r>
            <a:rPr lang="en-US" dirty="0"/>
            <a:t>Result of Effort variance and its X factors</a:t>
          </a:r>
          <a:endParaRPr lang="en-IN" dirty="0"/>
        </a:p>
      </dgm:t>
    </dgm:pt>
    <dgm:pt modelId="{1296CB6B-758B-4146-B5EF-CEC1C2C2858F}" type="parTrans" cxnId="{2C9BCE00-6A55-4C76-80EE-E4AA607AB6DE}">
      <dgm:prSet/>
      <dgm:spPr/>
      <dgm:t>
        <a:bodyPr/>
        <a:lstStyle/>
        <a:p>
          <a:endParaRPr lang="en-IN"/>
        </a:p>
      </dgm:t>
    </dgm:pt>
    <dgm:pt modelId="{D5153EA8-84D1-4EC8-A4CD-F3880E94CAE0}" type="sibTrans" cxnId="{2C9BCE00-6A55-4C76-80EE-E4AA607AB6DE}">
      <dgm:prSet/>
      <dgm:spPr/>
      <dgm:t>
        <a:bodyPr/>
        <a:lstStyle/>
        <a:p>
          <a:endParaRPr lang="en-IN"/>
        </a:p>
      </dgm:t>
    </dgm:pt>
    <dgm:pt modelId="{BD5A5BE4-05CB-4236-87C0-B87B96DE5905}" type="pres">
      <dgm:prSet presAssocID="{3F8D1DF5-3F4F-4EDB-847F-5D393D98D765}" presName="linear" presStyleCnt="0">
        <dgm:presLayoutVars>
          <dgm:animLvl val="lvl"/>
          <dgm:resizeHandles val="exact"/>
        </dgm:presLayoutVars>
      </dgm:prSet>
      <dgm:spPr/>
    </dgm:pt>
    <dgm:pt modelId="{F284A999-9CAB-4EB1-9896-3B2A4564EEF8}" type="pres">
      <dgm:prSet presAssocID="{177B80B5-E7FE-4101-A221-564430692A7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2C9BCE00-6A55-4C76-80EE-E4AA607AB6DE}" srcId="{3F8D1DF5-3F4F-4EDB-847F-5D393D98D765}" destId="{177B80B5-E7FE-4101-A221-564430692A73}" srcOrd="0" destOrd="0" parTransId="{1296CB6B-758B-4146-B5EF-CEC1C2C2858F}" sibTransId="{D5153EA8-84D1-4EC8-A4CD-F3880E94CAE0}"/>
    <dgm:cxn modelId="{F3086DA8-BD19-44FD-9E03-E39851994685}" type="presOf" srcId="{3F8D1DF5-3F4F-4EDB-847F-5D393D98D765}" destId="{BD5A5BE4-05CB-4236-87C0-B87B96DE5905}" srcOrd="0" destOrd="0" presId="urn:microsoft.com/office/officeart/2005/8/layout/vList2"/>
    <dgm:cxn modelId="{421F686D-AE49-499D-9491-2033A6DEE6FF}" type="presOf" srcId="{177B80B5-E7FE-4101-A221-564430692A73}" destId="{F284A999-9CAB-4EB1-9896-3B2A4564EEF8}" srcOrd="0" destOrd="0" presId="urn:microsoft.com/office/officeart/2005/8/layout/vList2"/>
    <dgm:cxn modelId="{285102A8-6973-4E1C-8982-7921CF74F5BF}" type="presParOf" srcId="{BD5A5BE4-05CB-4236-87C0-B87B96DE5905}" destId="{F284A999-9CAB-4EB1-9896-3B2A4564EEF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5.xml><?xml version="1.0" encoding="utf-8"?>
<dgm:dataModel xmlns:dgm="http://schemas.openxmlformats.org/drawingml/2006/diagram" xmlns:a="http://schemas.openxmlformats.org/drawingml/2006/main">
  <dgm:ptLst>
    <dgm:pt modelId="{3C878047-6E72-46CB-B2DA-422B0F971B6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C774249-1548-4077-9638-1542F78BD297}">
      <dgm:prSet/>
      <dgm:spPr/>
      <dgm:t>
        <a:bodyPr/>
        <a:lstStyle/>
        <a:p>
          <a:pPr algn="ctr" rtl="0"/>
          <a:r>
            <a:rPr lang="en-US" dirty="0"/>
            <a:t>2 sample T test for Effort Variance</a:t>
          </a:r>
          <a:endParaRPr lang="en-IN" dirty="0"/>
        </a:p>
      </dgm:t>
    </dgm:pt>
    <dgm:pt modelId="{3344D669-4254-4DF1-A7BB-CF09BD0669D3}" type="parTrans" cxnId="{C9749241-AAAF-46EC-AFCB-9CBE90B9C13B}">
      <dgm:prSet/>
      <dgm:spPr/>
      <dgm:t>
        <a:bodyPr/>
        <a:lstStyle/>
        <a:p>
          <a:endParaRPr lang="en-IN"/>
        </a:p>
      </dgm:t>
    </dgm:pt>
    <dgm:pt modelId="{D607128D-9F46-49B8-839B-92DC9C1833CB}" type="sibTrans" cxnId="{C9749241-AAAF-46EC-AFCB-9CBE90B9C13B}">
      <dgm:prSet/>
      <dgm:spPr/>
      <dgm:t>
        <a:bodyPr/>
        <a:lstStyle/>
        <a:p>
          <a:endParaRPr lang="en-IN"/>
        </a:p>
      </dgm:t>
    </dgm:pt>
    <dgm:pt modelId="{9EE5998E-4A75-40BB-9D46-E8B19A83BB82}" type="pres">
      <dgm:prSet presAssocID="{3C878047-6E72-46CB-B2DA-422B0F971B60}" presName="linear" presStyleCnt="0">
        <dgm:presLayoutVars>
          <dgm:animLvl val="lvl"/>
          <dgm:resizeHandles val="exact"/>
        </dgm:presLayoutVars>
      </dgm:prSet>
      <dgm:spPr/>
    </dgm:pt>
    <dgm:pt modelId="{AD516AE9-0334-4034-99AA-65B590712016}" type="pres">
      <dgm:prSet presAssocID="{7C774249-1548-4077-9638-1542F78BD297}" presName="parentText" presStyleLbl="node1" presStyleIdx="0" presStyleCnt="1" custLinFactNeighborY="-24130">
        <dgm:presLayoutVars>
          <dgm:chMax val="0"/>
          <dgm:bulletEnabled val="1"/>
        </dgm:presLayoutVars>
      </dgm:prSet>
      <dgm:spPr/>
    </dgm:pt>
  </dgm:ptLst>
  <dgm:cxnLst>
    <dgm:cxn modelId="{97B0B9E4-306F-4761-AF4D-52412A8CEC0D}" type="presOf" srcId="{7C774249-1548-4077-9638-1542F78BD297}" destId="{AD516AE9-0334-4034-99AA-65B590712016}" srcOrd="0" destOrd="0" presId="urn:microsoft.com/office/officeart/2005/8/layout/vList2"/>
    <dgm:cxn modelId="{C9749241-AAAF-46EC-AFCB-9CBE90B9C13B}" srcId="{3C878047-6E72-46CB-B2DA-422B0F971B60}" destId="{7C774249-1548-4077-9638-1542F78BD297}" srcOrd="0" destOrd="0" parTransId="{3344D669-4254-4DF1-A7BB-CF09BD0669D3}" sibTransId="{D607128D-9F46-49B8-839B-92DC9C1833CB}"/>
    <dgm:cxn modelId="{ABB728FD-61F0-4650-B653-F9700201FFDE}" type="presOf" srcId="{3C878047-6E72-46CB-B2DA-422B0F971B60}" destId="{9EE5998E-4A75-40BB-9D46-E8B19A83BB82}" srcOrd="0" destOrd="0" presId="urn:microsoft.com/office/officeart/2005/8/layout/vList2"/>
    <dgm:cxn modelId="{72C6CAD6-6BD9-4EA3-AB70-6FDACA4884FE}" type="presParOf" srcId="{9EE5998E-4A75-40BB-9D46-E8B19A83BB82}" destId="{AD516AE9-0334-4034-99AA-65B59071201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6.xml><?xml version="1.0" encoding="utf-8"?>
<dgm:dataModel xmlns:dgm="http://schemas.openxmlformats.org/drawingml/2006/diagram" xmlns:a="http://schemas.openxmlformats.org/drawingml/2006/main">
  <dgm:ptLst>
    <dgm:pt modelId="{8E7C9642-38F3-4BD6-863A-34E3CA9F9A0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3F8DAAC-3190-4413-AFD6-2B26F6A07564}">
      <dgm:prSet/>
      <dgm:spPr/>
      <dgm:t>
        <a:bodyPr/>
        <a:lstStyle/>
        <a:p>
          <a:pPr algn="ctr" rtl="0"/>
          <a:r>
            <a:rPr lang="en-US" dirty="0"/>
            <a:t>2 sample T test for RA Effort</a:t>
          </a:r>
        </a:p>
      </dgm:t>
    </dgm:pt>
    <dgm:pt modelId="{41380EB5-02F0-4ECB-A03D-46FD2F96DCBF}" type="parTrans" cxnId="{0719D6BB-B032-4C05-8159-D01AAD26A74E}">
      <dgm:prSet/>
      <dgm:spPr/>
      <dgm:t>
        <a:bodyPr/>
        <a:lstStyle/>
        <a:p>
          <a:endParaRPr lang="en-IN"/>
        </a:p>
      </dgm:t>
    </dgm:pt>
    <dgm:pt modelId="{2177611E-C9C6-4B19-912C-17FF5D26546F}" type="sibTrans" cxnId="{0719D6BB-B032-4C05-8159-D01AAD26A74E}">
      <dgm:prSet/>
      <dgm:spPr/>
      <dgm:t>
        <a:bodyPr/>
        <a:lstStyle/>
        <a:p>
          <a:endParaRPr lang="en-IN"/>
        </a:p>
      </dgm:t>
    </dgm:pt>
    <dgm:pt modelId="{23F7DA58-2291-4E08-8809-198B24D6255D}" type="pres">
      <dgm:prSet presAssocID="{8E7C9642-38F3-4BD6-863A-34E3CA9F9A0B}" presName="linear" presStyleCnt="0">
        <dgm:presLayoutVars>
          <dgm:animLvl val="lvl"/>
          <dgm:resizeHandles val="exact"/>
        </dgm:presLayoutVars>
      </dgm:prSet>
      <dgm:spPr/>
    </dgm:pt>
    <dgm:pt modelId="{03DFF298-2231-486F-A70B-DB7BA841425A}" type="pres">
      <dgm:prSet presAssocID="{73F8DAAC-3190-4413-AFD6-2B26F6A0756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0719D6BB-B032-4C05-8159-D01AAD26A74E}" srcId="{8E7C9642-38F3-4BD6-863A-34E3CA9F9A0B}" destId="{73F8DAAC-3190-4413-AFD6-2B26F6A07564}" srcOrd="0" destOrd="0" parTransId="{41380EB5-02F0-4ECB-A03D-46FD2F96DCBF}" sibTransId="{2177611E-C9C6-4B19-912C-17FF5D26546F}"/>
    <dgm:cxn modelId="{9ED75906-ED9B-4E5C-91D5-D4E3A76E387A}" type="presOf" srcId="{73F8DAAC-3190-4413-AFD6-2B26F6A07564}" destId="{03DFF298-2231-486F-A70B-DB7BA841425A}" srcOrd="0" destOrd="0" presId="urn:microsoft.com/office/officeart/2005/8/layout/vList2"/>
    <dgm:cxn modelId="{FD5A6BF3-C853-45BC-B686-F0FA12264FC8}" type="presOf" srcId="{8E7C9642-38F3-4BD6-863A-34E3CA9F9A0B}" destId="{23F7DA58-2291-4E08-8809-198B24D6255D}" srcOrd="0" destOrd="0" presId="urn:microsoft.com/office/officeart/2005/8/layout/vList2"/>
    <dgm:cxn modelId="{B8A14BE5-93B1-4BD6-AEC7-453440E5E175}" type="presParOf" srcId="{23F7DA58-2291-4E08-8809-198B24D6255D}" destId="{03DFF298-2231-486F-A70B-DB7BA841425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7.xml><?xml version="1.0" encoding="utf-8"?>
<dgm:dataModel xmlns:dgm="http://schemas.openxmlformats.org/drawingml/2006/diagram" xmlns:a="http://schemas.openxmlformats.org/drawingml/2006/main">
  <dgm:ptLst>
    <dgm:pt modelId="{3DAB2B3D-119C-49B6-A6CE-E57B0852BD2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71E6E56-9544-42CB-80B8-C769DE1CC25F}">
      <dgm:prSet/>
      <dgm:spPr/>
      <dgm:t>
        <a:bodyPr/>
        <a:lstStyle/>
        <a:p>
          <a:pPr algn="ctr" rtl="0"/>
          <a:r>
            <a:rPr lang="en-US" dirty="0"/>
            <a:t>2 sample T test for RA Review Effort</a:t>
          </a:r>
          <a:endParaRPr lang="en-IN" dirty="0"/>
        </a:p>
      </dgm:t>
    </dgm:pt>
    <dgm:pt modelId="{09609954-37F8-4289-9199-3636E8D11C17}" type="parTrans" cxnId="{CB666A25-88DA-4F80-B6D6-69A28D00137E}">
      <dgm:prSet/>
      <dgm:spPr/>
      <dgm:t>
        <a:bodyPr/>
        <a:lstStyle/>
        <a:p>
          <a:endParaRPr lang="en-IN"/>
        </a:p>
      </dgm:t>
    </dgm:pt>
    <dgm:pt modelId="{0AB42604-DE56-4BBD-96E4-BEDCF005A077}" type="sibTrans" cxnId="{CB666A25-88DA-4F80-B6D6-69A28D00137E}">
      <dgm:prSet/>
      <dgm:spPr/>
      <dgm:t>
        <a:bodyPr/>
        <a:lstStyle/>
        <a:p>
          <a:endParaRPr lang="en-IN"/>
        </a:p>
      </dgm:t>
    </dgm:pt>
    <dgm:pt modelId="{98F6DA3C-13CC-4630-8598-F7358B92159B}" type="pres">
      <dgm:prSet presAssocID="{3DAB2B3D-119C-49B6-A6CE-E57B0852BD2E}" presName="linear" presStyleCnt="0">
        <dgm:presLayoutVars>
          <dgm:animLvl val="lvl"/>
          <dgm:resizeHandles val="exact"/>
        </dgm:presLayoutVars>
      </dgm:prSet>
      <dgm:spPr/>
    </dgm:pt>
    <dgm:pt modelId="{62D32438-4500-430D-9817-AE3B86A8DD86}" type="pres">
      <dgm:prSet presAssocID="{E71E6E56-9544-42CB-80B8-C769DE1CC25F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B666A25-88DA-4F80-B6D6-69A28D00137E}" srcId="{3DAB2B3D-119C-49B6-A6CE-E57B0852BD2E}" destId="{E71E6E56-9544-42CB-80B8-C769DE1CC25F}" srcOrd="0" destOrd="0" parTransId="{09609954-37F8-4289-9199-3636E8D11C17}" sibTransId="{0AB42604-DE56-4BBD-96E4-BEDCF005A077}"/>
    <dgm:cxn modelId="{4F364381-3E3B-409A-9FD9-EB444E820F28}" type="presOf" srcId="{3DAB2B3D-119C-49B6-A6CE-E57B0852BD2E}" destId="{98F6DA3C-13CC-4630-8598-F7358B92159B}" srcOrd="0" destOrd="0" presId="urn:microsoft.com/office/officeart/2005/8/layout/vList2"/>
    <dgm:cxn modelId="{84149DC7-891A-499E-A8EF-BBA160181509}" type="presOf" srcId="{E71E6E56-9544-42CB-80B8-C769DE1CC25F}" destId="{62D32438-4500-430D-9817-AE3B86A8DD86}" srcOrd="0" destOrd="0" presId="urn:microsoft.com/office/officeart/2005/8/layout/vList2"/>
    <dgm:cxn modelId="{226C5ECF-9CCD-4F2F-8B58-AA3F63920865}" type="presParOf" srcId="{98F6DA3C-13CC-4630-8598-F7358B92159B}" destId="{62D32438-4500-430D-9817-AE3B86A8DD8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8.xml><?xml version="1.0" encoding="utf-8"?>
<dgm:dataModel xmlns:dgm="http://schemas.openxmlformats.org/drawingml/2006/diagram" xmlns:a="http://schemas.openxmlformats.org/drawingml/2006/main">
  <dgm:ptLst>
    <dgm:pt modelId="{2970D4B0-29F3-4AE1-84AC-BC29FD8D932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92232F95-D589-4B2F-9625-7DEBAF2391AC}">
      <dgm:prSet/>
      <dgm:spPr/>
      <dgm:t>
        <a:bodyPr/>
        <a:lstStyle/>
        <a:p>
          <a:pPr algn="ctr" rtl="0"/>
          <a:r>
            <a:rPr lang="en-US" dirty="0"/>
            <a:t>Data comparison for Cycle Time Cycle I and Cycle III</a:t>
          </a:r>
        </a:p>
      </dgm:t>
    </dgm:pt>
    <dgm:pt modelId="{8D5C73FB-9FE6-4DF5-B5F1-23CEB33694A6}" type="parTrans" cxnId="{71484CCD-832F-420F-9FE7-8564EF2AA5F1}">
      <dgm:prSet/>
      <dgm:spPr/>
      <dgm:t>
        <a:bodyPr/>
        <a:lstStyle/>
        <a:p>
          <a:endParaRPr lang="en-IN"/>
        </a:p>
      </dgm:t>
    </dgm:pt>
    <dgm:pt modelId="{C85E8A33-4DCD-4A9C-B163-EDB00A9EB148}" type="sibTrans" cxnId="{71484CCD-832F-420F-9FE7-8564EF2AA5F1}">
      <dgm:prSet/>
      <dgm:spPr/>
      <dgm:t>
        <a:bodyPr/>
        <a:lstStyle/>
        <a:p>
          <a:endParaRPr lang="en-IN"/>
        </a:p>
      </dgm:t>
    </dgm:pt>
    <dgm:pt modelId="{11C19493-42BF-40E9-BF00-D1F48C0979AC}" type="pres">
      <dgm:prSet presAssocID="{2970D4B0-29F3-4AE1-84AC-BC29FD8D9324}" presName="linear" presStyleCnt="0">
        <dgm:presLayoutVars>
          <dgm:animLvl val="lvl"/>
          <dgm:resizeHandles val="exact"/>
        </dgm:presLayoutVars>
      </dgm:prSet>
      <dgm:spPr/>
    </dgm:pt>
    <dgm:pt modelId="{BC996B28-FEE3-4CF4-A962-F7FFE0474A30}" type="pres">
      <dgm:prSet presAssocID="{92232F95-D589-4B2F-9625-7DEBAF2391AC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8FD058C-D325-4733-AEB6-63DCEBC1FB46}" type="presOf" srcId="{92232F95-D589-4B2F-9625-7DEBAF2391AC}" destId="{BC996B28-FEE3-4CF4-A962-F7FFE0474A30}" srcOrd="0" destOrd="0" presId="urn:microsoft.com/office/officeart/2005/8/layout/vList2"/>
    <dgm:cxn modelId="{77AE7830-D873-477A-B100-FAA57021BDB0}" type="presOf" srcId="{2970D4B0-29F3-4AE1-84AC-BC29FD8D9324}" destId="{11C19493-42BF-40E9-BF00-D1F48C0979AC}" srcOrd="0" destOrd="0" presId="urn:microsoft.com/office/officeart/2005/8/layout/vList2"/>
    <dgm:cxn modelId="{71484CCD-832F-420F-9FE7-8564EF2AA5F1}" srcId="{2970D4B0-29F3-4AE1-84AC-BC29FD8D9324}" destId="{92232F95-D589-4B2F-9625-7DEBAF2391AC}" srcOrd="0" destOrd="0" parTransId="{8D5C73FB-9FE6-4DF5-B5F1-23CEB33694A6}" sibTransId="{C85E8A33-4DCD-4A9C-B163-EDB00A9EB148}"/>
    <dgm:cxn modelId="{F75D39D1-810A-4A9B-9B7E-3F9FDD8D3B43}" type="presParOf" srcId="{11C19493-42BF-40E9-BF00-D1F48C0979AC}" destId="{BC996B28-FEE3-4CF4-A962-F7FFE0474A3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9.xml><?xml version="1.0" encoding="utf-8"?>
<dgm:dataModel xmlns:dgm="http://schemas.openxmlformats.org/drawingml/2006/diagram" xmlns:a="http://schemas.openxmlformats.org/drawingml/2006/main">
  <dgm:ptLst>
    <dgm:pt modelId="{ED568E56-3739-49FB-967A-55CADFAE4AA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B9E2824-EDFA-4AAA-AEA4-44F397C0393D}">
      <dgm:prSet/>
      <dgm:spPr/>
      <dgm:t>
        <a:bodyPr/>
        <a:lstStyle/>
        <a:p>
          <a:pPr algn="ctr" rtl="0"/>
          <a:r>
            <a:rPr lang="en-US" dirty="0"/>
            <a:t>Result of  Cycle Time and its X factors</a:t>
          </a:r>
        </a:p>
      </dgm:t>
    </dgm:pt>
    <dgm:pt modelId="{D84C5D20-015F-4110-9FE8-1E0EAD5BF3D0}" type="parTrans" cxnId="{F9E8A61E-E4F0-4394-B462-9CD5BCF3DAF3}">
      <dgm:prSet/>
      <dgm:spPr/>
      <dgm:t>
        <a:bodyPr/>
        <a:lstStyle/>
        <a:p>
          <a:endParaRPr lang="en-IN"/>
        </a:p>
      </dgm:t>
    </dgm:pt>
    <dgm:pt modelId="{43B74468-5456-468E-BC49-173E475B18BA}" type="sibTrans" cxnId="{F9E8A61E-E4F0-4394-B462-9CD5BCF3DAF3}">
      <dgm:prSet/>
      <dgm:spPr/>
      <dgm:t>
        <a:bodyPr/>
        <a:lstStyle/>
        <a:p>
          <a:endParaRPr lang="en-IN"/>
        </a:p>
      </dgm:t>
    </dgm:pt>
    <dgm:pt modelId="{9E39E621-3767-475C-A7BE-3140A5DBE1E7}" type="pres">
      <dgm:prSet presAssocID="{ED568E56-3739-49FB-967A-55CADFAE4AA7}" presName="linear" presStyleCnt="0">
        <dgm:presLayoutVars>
          <dgm:animLvl val="lvl"/>
          <dgm:resizeHandles val="exact"/>
        </dgm:presLayoutVars>
      </dgm:prSet>
      <dgm:spPr/>
    </dgm:pt>
    <dgm:pt modelId="{93FC16B1-06C6-4542-BE55-24AFAB756A56}" type="pres">
      <dgm:prSet presAssocID="{FB9E2824-EDFA-4AAA-AEA4-44F397C0393D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9E8A61E-E4F0-4394-B462-9CD5BCF3DAF3}" srcId="{ED568E56-3739-49FB-967A-55CADFAE4AA7}" destId="{FB9E2824-EDFA-4AAA-AEA4-44F397C0393D}" srcOrd="0" destOrd="0" parTransId="{D84C5D20-015F-4110-9FE8-1E0EAD5BF3D0}" sibTransId="{43B74468-5456-468E-BC49-173E475B18BA}"/>
    <dgm:cxn modelId="{19C4BE8D-363B-4751-BB7F-1DD666B6FC0D}" type="presOf" srcId="{ED568E56-3739-49FB-967A-55CADFAE4AA7}" destId="{9E39E621-3767-475C-A7BE-3140A5DBE1E7}" srcOrd="0" destOrd="0" presId="urn:microsoft.com/office/officeart/2005/8/layout/vList2"/>
    <dgm:cxn modelId="{80CB70FF-DA8D-4CAE-8BE3-CC914F2644B4}" type="presOf" srcId="{FB9E2824-EDFA-4AAA-AEA4-44F397C0393D}" destId="{93FC16B1-06C6-4542-BE55-24AFAB756A56}" srcOrd="0" destOrd="0" presId="urn:microsoft.com/office/officeart/2005/8/layout/vList2"/>
    <dgm:cxn modelId="{8F152704-A287-4D1C-B0F1-BD8F5115E7CF}" type="presParOf" srcId="{9E39E621-3767-475C-A7BE-3140A5DBE1E7}" destId="{93FC16B1-06C6-4542-BE55-24AFAB756A5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0.xml><?xml version="1.0" encoding="utf-8"?>
<dgm:dataModel xmlns:dgm="http://schemas.openxmlformats.org/drawingml/2006/diagram" xmlns:a="http://schemas.openxmlformats.org/drawingml/2006/main">
  <dgm:ptLst>
    <dgm:pt modelId="{87D1C7AD-DD47-40D6-A9C3-C73D26CA9006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0915746-5E79-4EE1-ADD3-94209EE51157}">
      <dgm:prSet/>
      <dgm:spPr/>
      <dgm:t>
        <a:bodyPr/>
        <a:lstStyle/>
        <a:p>
          <a:pPr algn="ctr" rtl="0"/>
          <a:r>
            <a:rPr lang="en-US" dirty="0"/>
            <a:t>2 sample T test for Cycle Time Per FP</a:t>
          </a:r>
        </a:p>
      </dgm:t>
    </dgm:pt>
    <dgm:pt modelId="{05AD6239-5629-4607-911F-40070AECD644}" type="parTrans" cxnId="{716CF5BD-FDC8-427D-8EDA-7BF7F497C8D2}">
      <dgm:prSet/>
      <dgm:spPr/>
      <dgm:t>
        <a:bodyPr/>
        <a:lstStyle/>
        <a:p>
          <a:endParaRPr lang="en-IN"/>
        </a:p>
      </dgm:t>
    </dgm:pt>
    <dgm:pt modelId="{DF6F5C57-2CAA-4FB5-9D37-11725862F8E7}" type="sibTrans" cxnId="{716CF5BD-FDC8-427D-8EDA-7BF7F497C8D2}">
      <dgm:prSet/>
      <dgm:spPr/>
      <dgm:t>
        <a:bodyPr/>
        <a:lstStyle/>
        <a:p>
          <a:endParaRPr lang="en-IN"/>
        </a:p>
      </dgm:t>
    </dgm:pt>
    <dgm:pt modelId="{AF521111-1548-497E-822C-1FEF18266414}" type="pres">
      <dgm:prSet presAssocID="{87D1C7AD-DD47-40D6-A9C3-C73D26CA9006}" presName="linear" presStyleCnt="0">
        <dgm:presLayoutVars>
          <dgm:animLvl val="lvl"/>
          <dgm:resizeHandles val="exact"/>
        </dgm:presLayoutVars>
      </dgm:prSet>
      <dgm:spPr/>
    </dgm:pt>
    <dgm:pt modelId="{22403228-C42A-46AB-BE01-DC48FF21B0A3}" type="pres">
      <dgm:prSet presAssocID="{30915746-5E79-4EE1-ADD3-94209EE5115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716CF5BD-FDC8-427D-8EDA-7BF7F497C8D2}" srcId="{87D1C7AD-DD47-40D6-A9C3-C73D26CA9006}" destId="{30915746-5E79-4EE1-ADD3-94209EE51157}" srcOrd="0" destOrd="0" parTransId="{05AD6239-5629-4607-911F-40070AECD644}" sibTransId="{DF6F5C57-2CAA-4FB5-9D37-11725862F8E7}"/>
    <dgm:cxn modelId="{0B1CC0C5-8184-44AF-AC52-A4A818EA8A63}" type="presOf" srcId="{87D1C7AD-DD47-40D6-A9C3-C73D26CA9006}" destId="{AF521111-1548-497E-822C-1FEF18266414}" srcOrd="0" destOrd="0" presId="urn:microsoft.com/office/officeart/2005/8/layout/vList2"/>
    <dgm:cxn modelId="{AD1589A6-F839-46AA-8E1B-611DD3774F2D}" type="presOf" srcId="{30915746-5E79-4EE1-ADD3-94209EE51157}" destId="{22403228-C42A-46AB-BE01-DC48FF21B0A3}" srcOrd="0" destOrd="0" presId="urn:microsoft.com/office/officeart/2005/8/layout/vList2"/>
    <dgm:cxn modelId="{8EB42ED9-87A2-4753-B1F3-F78B1328B90E}" type="presParOf" srcId="{AF521111-1548-497E-822C-1FEF18266414}" destId="{22403228-C42A-46AB-BE01-DC48FF21B0A3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1.xml><?xml version="1.0" encoding="utf-8"?>
<dgm:dataModel xmlns:dgm="http://schemas.openxmlformats.org/drawingml/2006/diagram" xmlns:a="http://schemas.openxmlformats.org/drawingml/2006/main">
  <dgm:ptLst>
    <dgm:pt modelId="{551837B5-A747-436F-82FC-9084CE1F136B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9504B77-B6DA-46CD-9A2F-F29ADCA644B8}">
      <dgm:prSet/>
      <dgm:spPr/>
      <dgm:t>
        <a:bodyPr/>
        <a:lstStyle/>
        <a:p>
          <a:pPr algn="ctr" rtl="0"/>
          <a:r>
            <a:rPr lang="en-US" dirty="0"/>
            <a:t>2 sample T test for Coding Effort </a:t>
          </a:r>
        </a:p>
      </dgm:t>
    </dgm:pt>
    <dgm:pt modelId="{CECDEDEE-7F8B-46C6-8397-3C872207C157}" type="parTrans" cxnId="{CDAA4705-1050-4531-9DD1-3BB0A8E4B810}">
      <dgm:prSet/>
      <dgm:spPr/>
      <dgm:t>
        <a:bodyPr/>
        <a:lstStyle/>
        <a:p>
          <a:endParaRPr lang="en-IN"/>
        </a:p>
      </dgm:t>
    </dgm:pt>
    <dgm:pt modelId="{4CE59D93-9BC4-449B-ADA7-727AC9C92C45}" type="sibTrans" cxnId="{CDAA4705-1050-4531-9DD1-3BB0A8E4B810}">
      <dgm:prSet/>
      <dgm:spPr/>
      <dgm:t>
        <a:bodyPr/>
        <a:lstStyle/>
        <a:p>
          <a:endParaRPr lang="en-IN"/>
        </a:p>
      </dgm:t>
    </dgm:pt>
    <dgm:pt modelId="{EA727481-2E45-4B9E-9830-F5DF90BC09EA}" type="pres">
      <dgm:prSet presAssocID="{551837B5-A747-436F-82FC-9084CE1F136B}" presName="linear" presStyleCnt="0">
        <dgm:presLayoutVars>
          <dgm:animLvl val="lvl"/>
          <dgm:resizeHandles val="exact"/>
        </dgm:presLayoutVars>
      </dgm:prSet>
      <dgm:spPr/>
    </dgm:pt>
    <dgm:pt modelId="{FB14B03D-6257-4F13-8CC7-ED0B8CB8F1BD}" type="pres">
      <dgm:prSet presAssocID="{F9504B77-B6DA-46CD-9A2F-F29ADCA644B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CDAA4705-1050-4531-9DD1-3BB0A8E4B810}" srcId="{551837B5-A747-436F-82FC-9084CE1F136B}" destId="{F9504B77-B6DA-46CD-9A2F-F29ADCA644B8}" srcOrd="0" destOrd="0" parTransId="{CECDEDEE-7F8B-46C6-8397-3C872207C157}" sibTransId="{4CE59D93-9BC4-449B-ADA7-727AC9C92C45}"/>
    <dgm:cxn modelId="{A70F6ECF-376B-4C3B-9ED5-CB7FD115B3AB}" type="presOf" srcId="{F9504B77-B6DA-46CD-9A2F-F29ADCA644B8}" destId="{FB14B03D-6257-4F13-8CC7-ED0B8CB8F1BD}" srcOrd="0" destOrd="0" presId="urn:microsoft.com/office/officeart/2005/8/layout/vList2"/>
    <dgm:cxn modelId="{3C2E6CF8-A9E2-4EAD-93B1-801A7B453A90}" type="presOf" srcId="{551837B5-A747-436F-82FC-9084CE1F136B}" destId="{EA727481-2E45-4B9E-9830-F5DF90BC09EA}" srcOrd="0" destOrd="0" presId="urn:microsoft.com/office/officeart/2005/8/layout/vList2"/>
    <dgm:cxn modelId="{80E0BA7D-7DF4-49E7-BC9D-1DE1C4133AB3}" type="presParOf" srcId="{EA727481-2E45-4B9E-9830-F5DF90BC09EA}" destId="{FB14B03D-6257-4F13-8CC7-ED0B8CB8F1BD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2.xml><?xml version="1.0" encoding="utf-8"?>
<dgm:dataModel xmlns:dgm="http://schemas.openxmlformats.org/drawingml/2006/diagram" xmlns:a="http://schemas.openxmlformats.org/drawingml/2006/main">
  <dgm:ptLst>
    <dgm:pt modelId="{20DF69B1-033C-4516-A220-13B6F6BFEA39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E5D556E2-F6EE-46BD-A614-635C69851078}">
      <dgm:prSet/>
      <dgm:spPr/>
      <dgm:t>
        <a:bodyPr/>
        <a:lstStyle/>
        <a:p>
          <a:pPr algn="ctr" rtl="0"/>
          <a:r>
            <a:rPr lang="en-US" dirty="0"/>
            <a:t>2 sample T test for Test Preparation Effort</a:t>
          </a:r>
        </a:p>
      </dgm:t>
    </dgm:pt>
    <dgm:pt modelId="{5CAA93E9-498C-4270-8F86-50BD1C410E27}" type="parTrans" cxnId="{EB56CF42-AD24-4B1D-BC32-3761FD2E16BF}">
      <dgm:prSet/>
      <dgm:spPr/>
      <dgm:t>
        <a:bodyPr/>
        <a:lstStyle/>
        <a:p>
          <a:endParaRPr lang="en-IN"/>
        </a:p>
      </dgm:t>
    </dgm:pt>
    <dgm:pt modelId="{83B722C5-3D4B-4A36-98CE-5D3EFDE5E35E}" type="sibTrans" cxnId="{EB56CF42-AD24-4B1D-BC32-3761FD2E16BF}">
      <dgm:prSet/>
      <dgm:spPr/>
      <dgm:t>
        <a:bodyPr/>
        <a:lstStyle/>
        <a:p>
          <a:endParaRPr lang="en-IN"/>
        </a:p>
      </dgm:t>
    </dgm:pt>
    <dgm:pt modelId="{E2596A44-7AC3-4082-8B42-983FE0738177}" type="pres">
      <dgm:prSet presAssocID="{20DF69B1-033C-4516-A220-13B6F6BFEA39}" presName="linear" presStyleCnt="0">
        <dgm:presLayoutVars>
          <dgm:animLvl val="lvl"/>
          <dgm:resizeHandles val="exact"/>
        </dgm:presLayoutVars>
      </dgm:prSet>
      <dgm:spPr/>
    </dgm:pt>
    <dgm:pt modelId="{020CDFE8-0DA1-4BCB-84C8-2E13E9A8984B}" type="pres">
      <dgm:prSet presAssocID="{E5D556E2-F6EE-46BD-A614-635C6985107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4309A6E3-D94D-4330-AAA6-2B87E35504EE}" type="presOf" srcId="{E5D556E2-F6EE-46BD-A614-635C69851078}" destId="{020CDFE8-0DA1-4BCB-84C8-2E13E9A8984B}" srcOrd="0" destOrd="0" presId="urn:microsoft.com/office/officeart/2005/8/layout/vList2"/>
    <dgm:cxn modelId="{AA76736F-CB6C-4FE4-928F-FDA6B81A59F4}" type="presOf" srcId="{20DF69B1-033C-4516-A220-13B6F6BFEA39}" destId="{E2596A44-7AC3-4082-8B42-983FE0738177}" srcOrd="0" destOrd="0" presId="urn:microsoft.com/office/officeart/2005/8/layout/vList2"/>
    <dgm:cxn modelId="{EB56CF42-AD24-4B1D-BC32-3761FD2E16BF}" srcId="{20DF69B1-033C-4516-A220-13B6F6BFEA39}" destId="{E5D556E2-F6EE-46BD-A614-635C69851078}" srcOrd="0" destOrd="0" parTransId="{5CAA93E9-498C-4270-8F86-50BD1C410E27}" sibTransId="{83B722C5-3D4B-4A36-98CE-5D3EFDE5E35E}"/>
    <dgm:cxn modelId="{E93BA18C-E7DF-4F21-9CCB-57640AC4ED65}" type="presParOf" srcId="{E2596A44-7AC3-4082-8B42-983FE0738177}" destId="{020CDFE8-0DA1-4BCB-84C8-2E13E9A8984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3.xml><?xml version="1.0" encoding="utf-8"?>
<dgm:dataModel xmlns:dgm="http://schemas.openxmlformats.org/drawingml/2006/diagram" xmlns:a="http://schemas.openxmlformats.org/drawingml/2006/main">
  <dgm:ptLst>
    <dgm:pt modelId="{670D50FF-BB5A-4E77-87B4-37AAD967E5CC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CCFB1D2-31B2-42E8-A00B-0A3265E8EB61}">
      <dgm:prSet/>
      <dgm:spPr/>
      <dgm:t>
        <a:bodyPr/>
        <a:lstStyle/>
        <a:p>
          <a:pPr algn="ctr" rtl="0"/>
          <a:r>
            <a:rPr lang="en-US" dirty="0"/>
            <a:t>Data of  EV (Y) and its X Factors for Cycle-III</a:t>
          </a:r>
          <a:endParaRPr lang="en-IN" dirty="0"/>
        </a:p>
      </dgm:t>
    </dgm:pt>
    <dgm:pt modelId="{7624599E-AE23-419D-9149-D72C04912DA3}" type="parTrans" cxnId="{949D2030-FC68-4E87-B14F-E2240F216F97}">
      <dgm:prSet/>
      <dgm:spPr/>
      <dgm:t>
        <a:bodyPr/>
        <a:lstStyle/>
        <a:p>
          <a:endParaRPr lang="en-IN"/>
        </a:p>
      </dgm:t>
    </dgm:pt>
    <dgm:pt modelId="{EA0C4146-667C-498D-AB43-B0E56806DDD4}" type="sibTrans" cxnId="{949D2030-FC68-4E87-B14F-E2240F216F97}">
      <dgm:prSet/>
      <dgm:spPr/>
      <dgm:t>
        <a:bodyPr/>
        <a:lstStyle/>
        <a:p>
          <a:endParaRPr lang="en-IN"/>
        </a:p>
      </dgm:t>
    </dgm:pt>
    <dgm:pt modelId="{4D6FE841-5590-4A23-9F94-BC19AB4E02AC}" type="pres">
      <dgm:prSet presAssocID="{670D50FF-BB5A-4E77-87B4-37AAD967E5CC}" presName="linear" presStyleCnt="0">
        <dgm:presLayoutVars>
          <dgm:animLvl val="lvl"/>
          <dgm:resizeHandles val="exact"/>
        </dgm:presLayoutVars>
      </dgm:prSet>
      <dgm:spPr/>
    </dgm:pt>
    <dgm:pt modelId="{92E842A8-4E56-43E5-97DA-8A34180103A6}" type="pres">
      <dgm:prSet presAssocID="{7CCFB1D2-31B2-42E8-A00B-0A3265E8EB61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42A556D-1538-439D-9005-AC9F5C264949}" type="presOf" srcId="{670D50FF-BB5A-4E77-87B4-37AAD967E5CC}" destId="{4D6FE841-5590-4A23-9F94-BC19AB4E02AC}" srcOrd="0" destOrd="0" presId="urn:microsoft.com/office/officeart/2005/8/layout/vList2"/>
    <dgm:cxn modelId="{949D2030-FC68-4E87-B14F-E2240F216F97}" srcId="{670D50FF-BB5A-4E77-87B4-37AAD967E5CC}" destId="{7CCFB1D2-31B2-42E8-A00B-0A3265E8EB61}" srcOrd="0" destOrd="0" parTransId="{7624599E-AE23-419D-9149-D72C04912DA3}" sibTransId="{EA0C4146-667C-498D-AB43-B0E56806DDD4}"/>
    <dgm:cxn modelId="{DB224AD9-F16A-49CE-9CA2-B75097ECDA86}" type="presOf" srcId="{7CCFB1D2-31B2-42E8-A00B-0A3265E8EB61}" destId="{92E842A8-4E56-43E5-97DA-8A34180103A6}" srcOrd="0" destOrd="0" presId="urn:microsoft.com/office/officeart/2005/8/layout/vList2"/>
    <dgm:cxn modelId="{15486E54-9CB3-4152-813D-C63A699B8212}" type="presParOf" srcId="{4D6FE841-5590-4A23-9F94-BC19AB4E02AC}" destId="{92E842A8-4E56-43E5-97DA-8A34180103A6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84.xml><?xml version="1.0" encoding="utf-8"?>
<dgm:dataModel xmlns:dgm="http://schemas.openxmlformats.org/drawingml/2006/diagram" xmlns:a="http://schemas.openxmlformats.org/drawingml/2006/main">
  <dgm:ptLst>
    <dgm:pt modelId="{CE3EE18C-1BCB-4D12-A4AF-B819699CC4CA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1F99CF9F-E363-4FE8-9CF6-C5A7B80E44B2}">
      <dgm:prSet/>
      <dgm:spPr/>
      <dgm:t>
        <a:bodyPr/>
        <a:lstStyle/>
        <a:p>
          <a:pPr algn="ctr" rtl="0"/>
          <a:r>
            <a:rPr lang="en-US" dirty="0"/>
            <a:t>Regression Equation For Cycle-III   Effort Variance</a:t>
          </a:r>
          <a:endParaRPr lang="en-IN" dirty="0"/>
        </a:p>
      </dgm:t>
    </dgm:pt>
    <dgm:pt modelId="{91F859BF-E288-4221-BFF9-CA9C16DFFB84}" type="parTrans" cxnId="{8FAB5F12-701B-4A5C-ADF8-8160AA9E8ED3}">
      <dgm:prSet/>
      <dgm:spPr/>
      <dgm:t>
        <a:bodyPr/>
        <a:lstStyle/>
        <a:p>
          <a:endParaRPr lang="en-IN"/>
        </a:p>
      </dgm:t>
    </dgm:pt>
    <dgm:pt modelId="{920993EA-0319-4AEF-AF72-7AC329FEAE9F}" type="sibTrans" cxnId="{8FAB5F12-701B-4A5C-ADF8-8160AA9E8ED3}">
      <dgm:prSet/>
      <dgm:spPr/>
      <dgm:t>
        <a:bodyPr/>
        <a:lstStyle/>
        <a:p>
          <a:endParaRPr lang="en-IN"/>
        </a:p>
      </dgm:t>
    </dgm:pt>
    <dgm:pt modelId="{D75E1B9E-3695-43AA-9065-9DA5A4150479}" type="pres">
      <dgm:prSet presAssocID="{CE3EE18C-1BCB-4D12-A4AF-B819699CC4CA}" presName="linear" presStyleCnt="0">
        <dgm:presLayoutVars>
          <dgm:animLvl val="lvl"/>
          <dgm:resizeHandles val="exact"/>
        </dgm:presLayoutVars>
      </dgm:prSet>
      <dgm:spPr/>
    </dgm:pt>
    <dgm:pt modelId="{CCD6E191-39A5-4EC1-BC04-49F98082487A}" type="pres">
      <dgm:prSet presAssocID="{1F99CF9F-E363-4FE8-9CF6-C5A7B80E44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8FAB5F12-701B-4A5C-ADF8-8160AA9E8ED3}" srcId="{CE3EE18C-1BCB-4D12-A4AF-B819699CC4CA}" destId="{1F99CF9F-E363-4FE8-9CF6-C5A7B80E44B2}" srcOrd="0" destOrd="0" parTransId="{91F859BF-E288-4221-BFF9-CA9C16DFFB84}" sibTransId="{920993EA-0319-4AEF-AF72-7AC329FEAE9F}"/>
    <dgm:cxn modelId="{56BB45DC-C1AC-4839-A392-0D0A20325B72}" type="presOf" srcId="{1F99CF9F-E363-4FE8-9CF6-C5A7B80E44B2}" destId="{CCD6E191-39A5-4EC1-BC04-49F98082487A}" srcOrd="0" destOrd="0" presId="urn:microsoft.com/office/officeart/2005/8/layout/vList2"/>
    <dgm:cxn modelId="{EE5C068D-42C8-437B-B12C-DAB8E1ED4D41}" type="presOf" srcId="{CE3EE18C-1BCB-4D12-A4AF-B819699CC4CA}" destId="{D75E1B9E-3695-43AA-9065-9DA5A4150479}" srcOrd="0" destOrd="0" presId="urn:microsoft.com/office/officeart/2005/8/layout/vList2"/>
    <dgm:cxn modelId="{5173454A-E0D7-4345-B4F9-804C7E00C696}" type="presParOf" srcId="{D75E1B9E-3695-43AA-9065-9DA5A4150479}" destId="{CCD6E191-39A5-4EC1-BC04-49F98082487A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5.xml><?xml version="1.0" encoding="utf-8"?>
<dgm:dataModel xmlns:dgm="http://schemas.openxmlformats.org/drawingml/2006/diagram" xmlns:a="http://schemas.openxmlformats.org/drawingml/2006/main">
  <dgm:ptLst>
    <dgm:pt modelId="{2BE5DD08-6DCE-475F-AE2F-5B11EA4B9177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IN"/>
        </a:p>
      </dgm:t>
    </dgm:pt>
    <dgm:pt modelId="{2E5AF9FA-0478-49B2-B181-9249D6785EB2}">
      <dgm:prSet/>
      <dgm:spPr/>
      <dgm:t>
        <a:bodyPr/>
        <a:lstStyle/>
        <a:p>
          <a:pPr algn="ctr" rtl="0"/>
          <a:r>
            <a:rPr lang="en-US" dirty="0"/>
            <a:t>What if Analysis (Target of Effort variance 5% and target of St. Dev is 3%)</a:t>
          </a:r>
          <a:br>
            <a:rPr lang="en-US" dirty="0"/>
          </a:br>
          <a:r>
            <a:rPr lang="en-IN" dirty="0"/>
            <a:t>EV_Cycle123 = 0.364 - 0.100 RA/FP_Cycle123 - 0.257 RA Review/FP_Cycle123</a:t>
          </a:r>
        </a:p>
      </dgm:t>
    </dgm:pt>
    <dgm:pt modelId="{2D613679-5B3B-42AA-9FA7-D26ED21C0F69}" type="parTrans" cxnId="{64426D12-8847-40B9-B269-B6F4DD4D27D4}">
      <dgm:prSet/>
      <dgm:spPr/>
      <dgm:t>
        <a:bodyPr/>
        <a:lstStyle/>
        <a:p>
          <a:endParaRPr lang="en-IN"/>
        </a:p>
      </dgm:t>
    </dgm:pt>
    <dgm:pt modelId="{27D2EBE8-1C20-4664-B51D-119D8CEBBA90}" type="sibTrans" cxnId="{64426D12-8847-40B9-B269-B6F4DD4D27D4}">
      <dgm:prSet/>
      <dgm:spPr/>
      <dgm:t>
        <a:bodyPr/>
        <a:lstStyle/>
        <a:p>
          <a:endParaRPr lang="en-IN"/>
        </a:p>
      </dgm:t>
    </dgm:pt>
    <dgm:pt modelId="{A24F06D0-7BCA-47DF-8616-17CAE50A1F8D}" type="pres">
      <dgm:prSet presAssocID="{2BE5DD08-6DCE-475F-AE2F-5B11EA4B9177}" presName="linear" presStyleCnt="0">
        <dgm:presLayoutVars>
          <dgm:animLvl val="lvl"/>
          <dgm:resizeHandles val="exact"/>
        </dgm:presLayoutVars>
      </dgm:prSet>
      <dgm:spPr/>
    </dgm:pt>
    <dgm:pt modelId="{41433361-70CA-48D3-B458-2CA510FDF452}" type="pres">
      <dgm:prSet presAssocID="{2E5AF9FA-0478-49B2-B181-9249D6785EB2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64426D12-8847-40B9-B269-B6F4DD4D27D4}" srcId="{2BE5DD08-6DCE-475F-AE2F-5B11EA4B9177}" destId="{2E5AF9FA-0478-49B2-B181-9249D6785EB2}" srcOrd="0" destOrd="0" parTransId="{2D613679-5B3B-42AA-9FA7-D26ED21C0F69}" sibTransId="{27D2EBE8-1C20-4664-B51D-119D8CEBBA90}"/>
    <dgm:cxn modelId="{6392FD37-EE51-4C98-93AD-9EF428C038CA}" type="presOf" srcId="{2BE5DD08-6DCE-475F-AE2F-5B11EA4B9177}" destId="{A24F06D0-7BCA-47DF-8616-17CAE50A1F8D}" srcOrd="0" destOrd="0" presId="urn:microsoft.com/office/officeart/2005/8/layout/vList2"/>
    <dgm:cxn modelId="{65AE97F1-8577-4C35-8E82-DF718AEE35F4}" type="presOf" srcId="{2E5AF9FA-0478-49B2-B181-9249D6785EB2}" destId="{41433361-70CA-48D3-B458-2CA510FDF452}" srcOrd="0" destOrd="0" presId="urn:microsoft.com/office/officeart/2005/8/layout/vList2"/>
    <dgm:cxn modelId="{DD09875B-C540-4875-82B1-37347A81BFDA}" type="presParOf" srcId="{A24F06D0-7BCA-47DF-8616-17CAE50A1F8D}" destId="{41433361-70CA-48D3-B458-2CA510FDF452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6.xml><?xml version="1.0" encoding="utf-8"?>
<dgm:dataModel xmlns:dgm="http://schemas.openxmlformats.org/drawingml/2006/diagram" xmlns:a="http://schemas.openxmlformats.org/drawingml/2006/main">
  <dgm:ptLst>
    <dgm:pt modelId="{D12B6CD5-EDFC-4352-B382-4AF6A48E5185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F4E1778F-62C8-430C-9E82-5E9F43149585}">
      <dgm:prSet/>
      <dgm:spPr/>
      <dgm:t>
        <a:bodyPr/>
        <a:lstStyle/>
        <a:p>
          <a:pPr algn="ctr" rtl="0"/>
          <a:r>
            <a:rPr lang="en-US" dirty="0"/>
            <a:t>Effort variance reduction methodology</a:t>
          </a:r>
          <a:endParaRPr lang="en-IN" dirty="0"/>
        </a:p>
      </dgm:t>
    </dgm:pt>
    <dgm:pt modelId="{2318F63A-903E-44C8-A728-EFFB0D734A5F}" type="parTrans" cxnId="{35B0CDE9-AC7E-4B92-8289-CE0F44C45D37}">
      <dgm:prSet/>
      <dgm:spPr/>
      <dgm:t>
        <a:bodyPr/>
        <a:lstStyle/>
        <a:p>
          <a:endParaRPr lang="en-IN"/>
        </a:p>
      </dgm:t>
    </dgm:pt>
    <dgm:pt modelId="{FB16A205-C326-487A-B248-4B23BEBAD3B5}" type="sibTrans" cxnId="{35B0CDE9-AC7E-4B92-8289-CE0F44C45D37}">
      <dgm:prSet/>
      <dgm:spPr/>
      <dgm:t>
        <a:bodyPr/>
        <a:lstStyle/>
        <a:p>
          <a:endParaRPr lang="en-IN"/>
        </a:p>
      </dgm:t>
    </dgm:pt>
    <dgm:pt modelId="{AE42E2E8-8997-4045-8182-81FFE4A3CE9C}" type="pres">
      <dgm:prSet presAssocID="{D12B6CD5-EDFC-4352-B382-4AF6A48E5185}" presName="linear" presStyleCnt="0">
        <dgm:presLayoutVars>
          <dgm:animLvl val="lvl"/>
          <dgm:resizeHandles val="exact"/>
        </dgm:presLayoutVars>
      </dgm:prSet>
      <dgm:spPr/>
    </dgm:pt>
    <dgm:pt modelId="{C0040CED-27E5-44AD-BC1E-E4A98A94B080}" type="pres">
      <dgm:prSet presAssocID="{F4E1778F-62C8-430C-9E82-5E9F43149585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5CD55DB-521A-43B9-8635-9E6BB22B9FB6}" type="presOf" srcId="{F4E1778F-62C8-430C-9E82-5E9F43149585}" destId="{C0040CED-27E5-44AD-BC1E-E4A98A94B080}" srcOrd="0" destOrd="0" presId="urn:microsoft.com/office/officeart/2005/8/layout/vList2"/>
    <dgm:cxn modelId="{FD8578D5-BDC3-4A05-A0BF-5F0AA36ACE3E}" type="presOf" srcId="{D12B6CD5-EDFC-4352-B382-4AF6A48E5185}" destId="{AE42E2E8-8997-4045-8182-81FFE4A3CE9C}" srcOrd="0" destOrd="0" presId="urn:microsoft.com/office/officeart/2005/8/layout/vList2"/>
    <dgm:cxn modelId="{35B0CDE9-AC7E-4B92-8289-CE0F44C45D37}" srcId="{D12B6CD5-EDFC-4352-B382-4AF6A48E5185}" destId="{F4E1778F-62C8-430C-9E82-5E9F43149585}" srcOrd="0" destOrd="0" parTransId="{2318F63A-903E-44C8-A728-EFFB0D734A5F}" sibTransId="{FB16A205-C326-487A-B248-4B23BEBAD3B5}"/>
    <dgm:cxn modelId="{AA2FAE13-246F-4B3C-8D01-279BCCE12708}" type="presParOf" srcId="{AE42E2E8-8997-4045-8182-81FFE4A3CE9C}" destId="{C0040CED-27E5-44AD-BC1E-E4A98A94B080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7.xml><?xml version="1.0" encoding="utf-8"?>
<dgm:dataModel xmlns:dgm="http://schemas.openxmlformats.org/drawingml/2006/diagram" xmlns:a="http://schemas.openxmlformats.org/drawingml/2006/main">
  <dgm:ptLst>
    <dgm:pt modelId="{602CD9F4-9ACA-462F-8F2E-E1F64015DEA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46E769F2-73B1-4EFE-AA3E-850E49C9D823}">
      <dgm:prSet/>
      <dgm:spPr/>
      <dgm:t>
        <a:bodyPr/>
        <a:lstStyle/>
        <a:p>
          <a:pPr algn="ctr" rtl="0"/>
          <a:r>
            <a:rPr lang="en-US" dirty="0"/>
            <a:t>Data of Cycle Time(Y) and its X Factors For Cycle-III</a:t>
          </a:r>
          <a:endParaRPr lang="en-IN" dirty="0"/>
        </a:p>
      </dgm:t>
    </dgm:pt>
    <dgm:pt modelId="{4AA18898-7796-4717-B0D0-2961E5357AD2}" type="parTrans" cxnId="{3BAC3C2F-E37B-4A89-8FEF-41458198C443}">
      <dgm:prSet/>
      <dgm:spPr/>
      <dgm:t>
        <a:bodyPr/>
        <a:lstStyle/>
        <a:p>
          <a:endParaRPr lang="en-IN"/>
        </a:p>
      </dgm:t>
    </dgm:pt>
    <dgm:pt modelId="{CD2D3538-8177-4BCB-87F0-7D7B22D59C7C}" type="sibTrans" cxnId="{3BAC3C2F-E37B-4A89-8FEF-41458198C443}">
      <dgm:prSet/>
      <dgm:spPr/>
      <dgm:t>
        <a:bodyPr/>
        <a:lstStyle/>
        <a:p>
          <a:endParaRPr lang="en-IN"/>
        </a:p>
      </dgm:t>
    </dgm:pt>
    <dgm:pt modelId="{33404F1A-B1BF-4D6B-9903-6A5308A91E74}" type="pres">
      <dgm:prSet presAssocID="{602CD9F4-9ACA-462F-8F2E-E1F64015DEAF}" presName="linear" presStyleCnt="0">
        <dgm:presLayoutVars>
          <dgm:animLvl val="lvl"/>
          <dgm:resizeHandles val="exact"/>
        </dgm:presLayoutVars>
      </dgm:prSet>
      <dgm:spPr/>
    </dgm:pt>
    <dgm:pt modelId="{5F2A4D3A-4963-4437-973F-F186F38353D8}" type="pres">
      <dgm:prSet presAssocID="{46E769F2-73B1-4EFE-AA3E-850E49C9D823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3E5C06B4-034E-4E1A-8723-8A3B8CB9E49E}" type="presOf" srcId="{46E769F2-73B1-4EFE-AA3E-850E49C9D823}" destId="{5F2A4D3A-4963-4437-973F-F186F38353D8}" srcOrd="0" destOrd="0" presId="urn:microsoft.com/office/officeart/2005/8/layout/vList2"/>
    <dgm:cxn modelId="{3BAC3C2F-E37B-4A89-8FEF-41458198C443}" srcId="{602CD9F4-9ACA-462F-8F2E-E1F64015DEAF}" destId="{46E769F2-73B1-4EFE-AA3E-850E49C9D823}" srcOrd="0" destOrd="0" parTransId="{4AA18898-7796-4717-B0D0-2961E5357AD2}" sibTransId="{CD2D3538-8177-4BCB-87F0-7D7B22D59C7C}"/>
    <dgm:cxn modelId="{812BDAE9-DCD9-42C2-B788-3AAB28FC86A4}" type="presOf" srcId="{602CD9F4-9ACA-462F-8F2E-E1F64015DEAF}" destId="{33404F1A-B1BF-4D6B-9903-6A5308A91E74}" srcOrd="0" destOrd="0" presId="urn:microsoft.com/office/officeart/2005/8/layout/vList2"/>
    <dgm:cxn modelId="{834F7564-137E-4208-B283-56240BD13FD3}" type="presParOf" srcId="{33404F1A-B1BF-4D6B-9903-6A5308A91E74}" destId="{5F2A4D3A-4963-4437-973F-F186F38353D8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8.xml><?xml version="1.0" encoding="utf-8"?>
<dgm:dataModel xmlns:dgm="http://schemas.openxmlformats.org/drawingml/2006/diagram" xmlns:a="http://schemas.openxmlformats.org/drawingml/2006/main">
  <dgm:ptLst>
    <dgm:pt modelId="{55466165-0495-42AE-B66D-DE6C9B4E6433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7C0AB937-781E-4CD9-84BE-C3BE7A154836}">
      <dgm:prSet/>
      <dgm:spPr/>
      <dgm:t>
        <a:bodyPr/>
        <a:lstStyle/>
        <a:p>
          <a:pPr algn="ctr" rtl="0"/>
          <a:r>
            <a:rPr lang="en-US" dirty="0"/>
            <a:t>Regression Equation For Cycle-III  Cycle Time</a:t>
          </a:r>
          <a:endParaRPr lang="en-IN" dirty="0"/>
        </a:p>
      </dgm:t>
    </dgm:pt>
    <dgm:pt modelId="{2F5530F5-E6EC-4296-A8A5-CE4ABDB6C382}" type="parTrans" cxnId="{A5C2AF9E-5DF0-4B75-885C-AD451089A875}">
      <dgm:prSet/>
      <dgm:spPr/>
      <dgm:t>
        <a:bodyPr/>
        <a:lstStyle/>
        <a:p>
          <a:endParaRPr lang="en-IN"/>
        </a:p>
      </dgm:t>
    </dgm:pt>
    <dgm:pt modelId="{7D94A500-1F54-4708-B081-97DE158B5740}" type="sibTrans" cxnId="{A5C2AF9E-5DF0-4B75-885C-AD451089A875}">
      <dgm:prSet/>
      <dgm:spPr/>
      <dgm:t>
        <a:bodyPr/>
        <a:lstStyle/>
        <a:p>
          <a:endParaRPr lang="en-IN"/>
        </a:p>
      </dgm:t>
    </dgm:pt>
    <dgm:pt modelId="{47F809B2-9CB7-42E1-AE11-47A955B5542B}" type="pres">
      <dgm:prSet presAssocID="{55466165-0495-42AE-B66D-DE6C9B4E6433}" presName="linear" presStyleCnt="0">
        <dgm:presLayoutVars>
          <dgm:animLvl val="lvl"/>
          <dgm:resizeHandles val="exact"/>
        </dgm:presLayoutVars>
      </dgm:prSet>
      <dgm:spPr/>
    </dgm:pt>
    <dgm:pt modelId="{920FAF8E-5A82-4669-85DF-DD12C5049701}" type="pres">
      <dgm:prSet presAssocID="{7C0AB937-781E-4CD9-84BE-C3BE7A154836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51B7E39D-75B5-450A-B145-7C21B2091E87}" type="presOf" srcId="{55466165-0495-42AE-B66D-DE6C9B4E6433}" destId="{47F809B2-9CB7-42E1-AE11-47A955B5542B}" srcOrd="0" destOrd="0" presId="urn:microsoft.com/office/officeart/2005/8/layout/vList2"/>
    <dgm:cxn modelId="{2660CCA7-DFF3-409E-8653-C20E163084D1}" type="presOf" srcId="{7C0AB937-781E-4CD9-84BE-C3BE7A154836}" destId="{920FAF8E-5A82-4669-85DF-DD12C5049701}" srcOrd="0" destOrd="0" presId="urn:microsoft.com/office/officeart/2005/8/layout/vList2"/>
    <dgm:cxn modelId="{A5C2AF9E-5DF0-4B75-885C-AD451089A875}" srcId="{55466165-0495-42AE-B66D-DE6C9B4E6433}" destId="{7C0AB937-781E-4CD9-84BE-C3BE7A154836}" srcOrd="0" destOrd="0" parTransId="{2F5530F5-E6EC-4296-A8A5-CE4ABDB6C382}" sibTransId="{7D94A500-1F54-4708-B081-97DE158B5740}"/>
    <dgm:cxn modelId="{B1729E34-340B-4D8E-A584-8756FE609167}" type="presParOf" srcId="{47F809B2-9CB7-42E1-AE11-47A955B5542B}" destId="{920FAF8E-5A82-4669-85DF-DD12C5049701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9.xml><?xml version="1.0" encoding="utf-8"?>
<dgm:dataModel xmlns:dgm="http://schemas.openxmlformats.org/drawingml/2006/diagram" xmlns:a="http://schemas.openxmlformats.org/drawingml/2006/main">
  <dgm:ptLst>
    <dgm:pt modelId="{757B5A93-FF8F-4E0B-BC71-12AFB935387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69EB6B45-3FBB-4E2E-84B4-16B9AB1B3968}">
      <dgm:prSet/>
      <dgm:spPr/>
      <dgm:t>
        <a:bodyPr/>
        <a:lstStyle/>
        <a:p>
          <a:pPr algn="ctr" rtl="0"/>
          <a:r>
            <a:rPr lang="en-US" dirty="0"/>
            <a:t>What if Analysis (Target of Cycle Time)</a:t>
          </a:r>
          <a:br>
            <a:rPr lang="en-US" dirty="0"/>
          </a:br>
          <a:r>
            <a:rPr lang="en-IN" dirty="0"/>
            <a:t>Cycle Time(Hours)/FP_B123 = 21.0 - 1.68 Coding Rate_B123 - 6.97 Test Preparation/FP_B123</a:t>
          </a:r>
          <a:endParaRPr lang="en-US" dirty="0"/>
        </a:p>
      </dgm:t>
    </dgm:pt>
    <dgm:pt modelId="{697CDA1B-D4E3-4873-8956-21BE764CE2B5}" type="parTrans" cxnId="{C54D1E95-6218-4F24-BEC4-A2FDA566CBBF}">
      <dgm:prSet/>
      <dgm:spPr/>
      <dgm:t>
        <a:bodyPr/>
        <a:lstStyle/>
        <a:p>
          <a:endParaRPr lang="en-IN"/>
        </a:p>
      </dgm:t>
    </dgm:pt>
    <dgm:pt modelId="{BE2AC331-CB32-4085-B80D-FF72A95A1FB6}" type="sibTrans" cxnId="{C54D1E95-6218-4F24-BEC4-A2FDA566CBBF}">
      <dgm:prSet/>
      <dgm:spPr/>
      <dgm:t>
        <a:bodyPr/>
        <a:lstStyle/>
        <a:p>
          <a:endParaRPr lang="en-IN"/>
        </a:p>
      </dgm:t>
    </dgm:pt>
    <dgm:pt modelId="{BF761D46-AF55-43E7-9CF5-F29679A29609}" type="pres">
      <dgm:prSet presAssocID="{757B5A93-FF8F-4E0B-BC71-12AFB9353872}" presName="linear" presStyleCnt="0">
        <dgm:presLayoutVars>
          <dgm:animLvl val="lvl"/>
          <dgm:resizeHandles val="exact"/>
        </dgm:presLayoutVars>
      </dgm:prSet>
      <dgm:spPr/>
    </dgm:pt>
    <dgm:pt modelId="{064AB587-7325-4532-9FCA-ACD087AFB09C}" type="pres">
      <dgm:prSet presAssocID="{69EB6B45-3FBB-4E2E-84B4-16B9AB1B3968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F6F56ACD-78E5-4B22-9762-6A79897651F0}" type="presOf" srcId="{69EB6B45-3FBB-4E2E-84B4-16B9AB1B3968}" destId="{064AB587-7325-4532-9FCA-ACD087AFB09C}" srcOrd="0" destOrd="0" presId="urn:microsoft.com/office/officeart/2005/8/layout/vList2"/>
    <dgm:cxn modelId="{31291F27-8A0D-4487-BA3C-B720E4E31AE4}" type="presOf" srcId="{757B5A93-FF8F-4E0B-BC71-12AFB9353872}" destId="{BF761D46-AF55-43E7-9CF5-F29679A29609}" srcOrd="0" destOrd="0" presId="urn:microsoft.com/office/officeart/2005/8/layout/vList2"/>
    <dgm:cxn modelId="{C54D1E95-6218-4F24-BEC4-A2FDA566CBBF}" srcId="{757B5A93-FF8F-4E0B-BC71-12AFB9353872}" destId="{69EB6B45-3FBB-4E2E-84B4-16B9AB1B3968}" srcOrd="0" destOrd="0" parTransId="{697CDA1B-D4E3-4873-8956-21BE764CE2B5}" sibTransId="{BE2AC331-CB32-4085-B80D-FF72A95A1FB6}"/>
    <dgm:cxn modelId="{B379E2B0-1782-4EB8-BF28-4D1751583BAD}" type="presParOf" srcId="{BF761D46-AF55-43E7-9CF5-F29679A29609}" destId="{064AB587-7325-4532-9FCA-ACD087AFB09C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0.xml><?xml version="1.0" encoding="utf-8"?>
<dgm:dataModel xmlns:dgm="http://schemas.openxmlformats.org/drawingml/2006/diagram" xmlns:a="http://schemas.openxmlformats.org/drawingml/2006/main">
  <dgm:ptLst>
    <dgm:pt modelId="{10A14B87-87CC-4F52-BEC8-D46F47E4A46F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IN"/>
        </a:p>
      </dgm:t>
    </dgm:pt>
    <dgm:pt modelId="{31F11F47-95A6-40D9-ADA6-7A12AC7687B4}">
      <dgm:prSet/>
      <dgm:spPr/>
      <dgm:t>
        <a:bodyPr/>
        <a:lstStyle/>
        <a:p>
          <a:pPr algn="ctr" rtl="0"/>
          <a:r>
            <a:rPr lang="en-US" dirty="0"/>
            <a:t>Cycle Time Reduction Methodology</a:t>
          </a:r>
          <a:endParaRPr lang="en-IN" dirty="0"/>
        </a:p>
      </dgm:t>
    </dgm:pt>
    <dgm:pt modelId="{2D6A5D98-DAB4-4850-A5B7-153A328B3C27}" type="parTrans" cxnId="{814EADF7-70E5-4195-9777-CE353A2ADDDA}">
      <dgm:prSet/>
      <dgm:spPr/>
      <dgm:t>
        <a:bodyPr/>
        <a:lstStyle/>
        <a:p>
          <a:endParaRPr lang="en-IN"/>
        </a:p>
      </dgm:t>
    </dgm:pt>
    <dgm:pt modelId="{4B3126FA-5EDF-48A1-9371-89B1CE1F38A1}" type="sibTrans" cxnId="{814EADF7-70E5-4195-9777-CE353A2ADDDA}">
      <dgm:prSet/>
      <dgm:spPr/>
      <dgm:t>
        <a:bodyPr/>
        <a:lstStyle/>
        <a:p>
          <a:endParaRPr lang="en-IN"/>
        </a:p>
      </dgm:t>
    </dgm:pt>
    <dgm:pt modelId="{EDFBE563-DD14-4B5B-A636-8CEE103639F6}" type="pres">
      <dgm:prSet presAssocID="{10A14B87-87CC-4F52-BEC8-D46F47E4A46F}" presName="linear" presStyleCnt="0">
        <dgm:presLayoutVars>
          <dgm:animLvl val="lvl"/>
          <dgm:resizeHandles val="exact"/>
        </dgm:presLayoutVars>
      </dgm:prSet>
      <dgm:spPr/>
    </dgm:pt>
    <dgm:pt modelId="{8A64B9ED-9FF1-4256-B358-3A6568D81EBB}" type="pres">
      <dgm:prSet presAssocID="{31F11F47-95A6-40D9-ADA6-7A12AC7687B4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E6C499FC-8B9F-451E-B309-6BBC5FE4412B}" type="presOf" srcId="{31F11F47-95A6-40D9-ADA6-7A12AC7687B4}" destId="{8A64B9ED-9FF1-4256-B358-3A6568D81EBB}" srcOrd="0" destOrd="0" presId="urn:microsoft.com/office/officeart/2005/8/layout/vList2"/>
    <dgm:cxn modelId="{A3F32B4E-1AD9-4EDA-AC02-9493586E8063}" type="presOf" srcId="{10A14B87-87CC-4F52-BEC8-D46F47E4A46F}" destId="{EDFBE563-DD14-4B5B-A636-8CEE103639F6}" srcOrd="0" destOrd="0" presId="urn:microsoft.com/office/officeart/2005/8/layout/vList2"/>
    <dgm:cxn modelId="{814EADF7-70E5-4195-9777-CE353A2ADDDA}" srcId="{10A14B87-87CC-4F52-BEC8-D46F47E4A46F}" destId="{31F11F47-95A6-40D9-ADA6-7A12AC7687B4}" srcOrd="0" destOrd="0" parTransId="{2D6A5D98-DAB4-4850-A5B7-153A328B3C27}" sibTransId="{4B3126FA-5EDF-48A1-9371-89B1CE1F38A1}"/>
    <dgm:cxn modelId="{37714EAC-5047-4819-A06E-ADCCB115AEC2}" type="presParOf" srcId="{EDFBE563-DD14-4B5B-A636-8CEE103639F6}" destId="{8A64B9ED-9FF1-4256-B358-3A6568D81EBB}" srcOrd="0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1814AD-88B0-4699-9ED5-4A5018EE9D78}">
      <dsp:nvSpPr>
        <dsp:cNvPr id="0" name=""/>
        <dsp:cNvSpPr/>
      </dsp:nvSpPr>
      <dsp:spPr>
        <a:xfrm>
          <a:off x="0" y="6772"/>
          <a:ext cx="88392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Data for PMIS– Cycle 1 (Till September 2015)</a:t>
          </a:r>
        </a:p>
      </dsp:txBody>
      <dsp:txXfrm>
        <a:off x="26930" y="33702"/>
        <a:ext cx="8785340" cy="4977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5878031-6C36-41D1-9E37-B4568110DC35}">
      <dsp:nvSpPr>
        <dsp:cNvPr id="0" name=""/>
        <dsp:cNvSpPr/>
      </dsp:nvSpPr>
      <dsp:spPr>
        <a:xfrm>
          <a:off x="0" y="84"/>
          <a:ext cx="8763000" cy="4570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Y factors –PMIS Cycle 1</a:t>
          </a:r>
        </a:p>
      </dsp:txBody>
      <dsp:txXfrm>
        <a:off x="22310" y="22394"/>
        <a:ext cx="8718380" cy="412411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F1B6D9-EDAB-4110-B494-EE5B66F00B65}">
      <dsp:nvSpPr>
        <dsp:cNvPr id="0" name=""/>
        <dsp:cNvSpPr/>
      </dsp:nvSpPr>
      <dsp:spPr>
        <a:xfrm>
          <a:off x="0" y="742"/>
          <a:ext cx="8839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 Factors – PMIS Cycle 1</a:t>
          </a:r>
        </a:p>
      </dsp:txBody>
      <dsp:txXfrm>
        <a:off x="22246" y="22988"/>
        <a:ext cx="8794708" cy="41122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9EFD3D-2215-4B97-A65B-42778A7BFED0}">
      <dsp:nvSpPr>
        <dsp:cNvPr id="0" name=""/>
        <dsp:cNvSpPr/>
      </dsp:nvSpPr>
      <dsp:spPr>
        <a:xfrm>
          <a:off x="0" y="2864"/>
          <a:ext cx="88392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Y Factor – Effort Variance Normality Curve (Cycle -I)</a:t>
          </a:r>
        </a:p>
      </dsp:txBody>
      <dsp:txXfrm>
        <a:off x="25759" y="28623"/>
        <a:ext cx="8787682" cy="47615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B0B8F66-A932-4927-B797-FEEDE25060B1}">
      <dsp:nvSpPr>
        <dsp:cNvPr id="0" name=""/>
        <dsp:cNvSpPr/>
      </dsp:nvSpPr>
      <dsp:spPr>
        <a:xfrm>
          <a:off x="0" y="56173"/>
          <a:ext cx="8839200" cy="3362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Y Factor – Effort Variance Control chart (Cycle -1)</a:t>
          </a:r>
        </a:p>
      </dsp:txBody>
      <dsp:txXfrm>
        <a:off x="16415" y="72588"/>
        <a:ext cx="8806370" cy="303425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4654395-3BDC-49F0-ADF5-F2D18A299A4C}">
      <dsp:nvSpPr>
        <dsp:cNvPr id="0" name=""/>
        <dsp:cNvSpPr/>
      </dsp:nvSpPr>
      <dsp:spPr>
        <a:xfrm>
          <a:off x="0" y="202"/>
          <a:ext cx="8763000" cy="410756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Y Factor – Cycle Time Per FP Normality Curve (Cycle -1)</a:t>
          </a:r>
        </a:p>
      </dsp:txBody>
      <dsp:txXfrm>
        <a:off x="20051" y="20253"/>
        <a:ext cx="8722898" cy="370654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4310765-9632-4FBB-BA2E-2A7378898428}">
      <dsp:nvSpPr>
        <dsp:cNvPr id="0" name=""/>
        <dsp:cNvSpPr/>
      </dsp:nvSpPr>
      <dsp:spPr>
        <a:xfrm>
          <a:off x="0" y="84"/>
          <a:ext cx="8763000" cy="45703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Y Factor – Cycle Time Per FP Control chart (Cycle -1)</a:t>
          </a:r>
        </a:p>
      </dsp:txBody>
      <dsp:txXfrm>
        <a:off x="22310" y="22394"/>
        <a:ext cx="8718380" cy="4124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7833F-081E-428E-A353-6D82FAD08C57}">
      <dsp:nvSpPr>
        <dsp:cNvPr id="0" name=""/>
        <dsp:cNvSpPr/>
      </dsp:nvSpPr>
      <dsp:spPr>
        <a:xfrm>
          <a:off x="0" y="3830"/>
          <a:ext cx="86868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X Factor –RA effort per FP Normality Curve (Cycle -1)</a:t>
          </a:r>
        </a:p>
      </dsp:txBody>
      <dsp:txXfrm>
        <a:off x="23417" y="27247"/>
        <a:ext cx="8639966" cy="432866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5BB800-4A49-48A2-9368-830C2EA48A97}">
      <dsp:nvSpPr>
        <dsp:cNvPr id="0" name=""/>
        <dsp:cNvSpPr/>
      </dsp:nvSpPr>
      <dsp:spPr>
        <a:xfrm>
          <a:off x="0" y="3830"/>
          <a:ext cx="86868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X Factor – RA  effort per FP Control chart  (Cycle -I)</a:t>
          </a:r>
        </a:p>
      </dsp:txBody>
      <dsp:txXfrm>
        <a:off x="23417" y="27247"/>
        <a:ext cx="8639966" cy="432866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B6A313-DC80-432B-9675-B7BE587078F4}">
      <dsp:nvSpPr>
        <dsp:cNvPr id="0" name=""/>
        <dsp:cNvSpPr/>
      </dsp:nvSpPr>
      <dsp:spPr>
        <a:xfrm>
          <a:off x="0" y="742"/>
          <a:ext cx="8763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 Factor – RA review effort per FP Normality Curve (Cycle -1)</a:t>
          </a:r>
        </a:p>
      </dsp:txBody>
      <dsp:txXfrm>
        <a:off x="22246" y="22988"/>
        <a:ext cx="8718508" cy="411223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071363-B0F5-478E-A593-0E4002848D94}">
      <dsp:nvSpPr>
        <dsp:cNvPr id="0" name=""/>
        <dsp:cNvSpPr/>
      </dsp:nvSpPr>
      <dsp:spPr>
        <a:xfrm>
          <a:off x="0" y="11578"/>
          <a:ext cx="8839200" cy="31180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X Factor – RA review effort per FP Control Chart (Cycle -I)</a:t>
          </a:r>
        </a:p>
      </dsp:txBody>
      <dsp:txXfrm>
        <a:off x="15221" y="26799"/>
        <a:ext cx="8808758" cy="281363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05E28B-DBEC-4FA0-B495-8ADECD158594}">
      <dsp:nvSpPr>
        <dsp:cNvPr id="0" name=""/>
        <dsp:cNvSpPr/>
      </dsp:nvSpPr>
      <dsp:spPr>
        <a:xfrm>
          <a:off x="0" y="742"/>
          <a:ext cx="8763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 Factor –Coding Effort Per FP Normality Curve (Cycle -I)</a:t>
          </a:r>
        </a:p>
      </dsp:txBody>
      <dsp:txXfrm>
        <a:off x="22246" y="22988"/>
        <a:ext cx="8718508" cy="411223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8599BD-B730-4A78-A869-5A866939D284}">
      <dsp:nvSpPr>
        <dsp:cNvPr id="0" name=""/>
        <dsp:cNvSpPr/>
      </dsp:nvSpPr>
      <dsp:spPr>
        <a:xfrm>
          <a:off x="0" y="742"/>
          <a:ext cx="8763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X Factor –Coding Effort Per FP Control chart (Cycle -1)</a:t>
          </a:r>
        </a:p>
      </dsp:txBody>
      <dsp:txXfrm>
        <a:off x="22246" y="22988"/>
        <a:ext cx="8718508" cy="411223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E529890-DDA2-44E7-88E4-3322F2E096A2}">
      <dsp:nvSpPr>
        <dsp:cNvPr id="0" name=""/>
        <dsp:cNvSpPr/>
      </dsp:nvSpPr>
      <dsp:spPr>
        <a:xfrm>
          <a:off x="0" y="70"/>
          <a:ext cx="8686800" cy="334821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X Factor – </a:t>
          </a:r>
          <a:r>
            <a:rPr lang="en-IN" sz="1800" kern="1200" dirty="0"/>
            <a:t>Test Preparation Effort Per FP </a:t>
          </a:r>
          <a:r>
            <a:rPr lang="en-US" sz="1800" kern="1200" dirty="0"/>
            <a:t>Normality Curve (Cycle-I)</a:t>
          </a:r>
        </a:p>
      </dsp:txBody>
      <dsp:txXfrm>
        <a:off x="16345" y="16415"/>
        <a:ext cx="8654110" cy="302131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AB8926-9F20-4D5F-B954-3C546DB43438}">
      <dsp:nvSpPr>
        <dsp:cNvPr id="0" name=""/>
        <dsp:cNvSpPr/>
      </dsp:nvSpPr>
      <dsp:spPr>
        <a:xfrm>
          <a:off x="0" y="1708"/>
          <a:ext cx="8763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X Factor – </a:t>
          </a:r>
          <a:r>
            <a:rPr lang="en-IN" sz="1700" kern="1200" dirty="0"/>
            <a:t>Test Preparation Effort Per FP </a:t>
          </a:r>
          <a:r>
            <a:rPr lang="en-US" sz="1700" kern="1200" dirty="0"/>
            <a:t>Control Chart (Cycle-1)</a:t>
          </a:r>
        </a:p>
      </dsp:txBody>
      <dsp:txXfrm>
        <a:off x="19904" y="21612"/>
        <a:ext cx="8723192" cy="367937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F271BA4-C1E7-4184-97EA-A2C1AA9504DB}">
      <dsp:nvSpPr>
        <dsp:cNvPr id="0" name=""/>
        <dsp:cNvSpPr/>
      </dsp:nvSpPr>
      <dsp:spPr>
        <a:xfrm>
          <a:off x="0" y="1708"/>
          <a:ext cx="8382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of  EV (Y) and its X Factors</a:t>
          </a:r>
        </a:p>
      </dsp:txBody>
      <dsp:txXfrm>
        <a:off x="19904" y="21612"/>
        <a:ext cx="8342192" cy="367937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6383E5-D3C8-4307-9EC6-77D7625D063B}">
      <dsp:nvSpPr>
        <dsp:cNvPr id="0" name=""/>
        <dsp:cNvSpPr/>
      </dsp:nvSpPr>
      <dsp:spPr>
        <a:xfrm>
          <a:off x="0" y="5953"/>
          <a:ext cx="8229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l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Regression Equation For Cycle 1 -Effort Variance</a:t>
          </a:r>
        </a:p>
      </dsp:txBody>
      <dsp:txXfrm>
        <a:off x="26930" y="32883"/>
        <a:ext cx="8175740" cy="497795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9C581C-168E-43F0-99B8-C4DE78081FA5}">
      <dsp:nvSpPr>
        <dsp:cNvPr id="0" name=""/>
        <dsp:cNvSpPr/>
      </dsp:nvSpPr>
      <dsp:spPr>
        <a:xfrm>
          <a:off x="0" y="15960"/>
          <a:ext cx="8305800" cy="7300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What if Analysis (Target of Effort variance Average is 15% and ST. Dev is 5%) </a:t>
          </a:r>
        </a:p>
        <a:p>
          <a:pPr marL="0" lvl="0" indent="0" algn="ctr" defTabSz="7112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EV = 0.475 - 0.154 RA/FP - 0.481 RA Review/FP</a:t>
          </a:r>
          <a:endParaRPr lang="en-IN" sz="1600" kern="1200" dirty="0"/>
        </a:p>
      </dsp:txBody>
      <dsp:txXfrm>
        <a:off x="35640" y="51600"/>
        <a:ext cx="8234520" cy="658799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E1AF0C5-DF98-4F6C-ACEA-3FC20E3C9EA3}">
      <dsp:nvSpPr>
        <dsp:cNvPr id="0" name=""/>
        <dsp:cNvSpPr/>
      </dsp:nvSpPr>
      <dsp:spPr>
        <a:xfrm>
          <a:off x="0" y="3830"/>
          <a:ext cx="82296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Effort variance reduction methodology</a:t>
          </a:r>
        </a:p>
      </dsp:txBody>
      <dsp:txXfrm>
        <a:off x="23417" y="27247"/>
        <a:ext cx="8182766" cy="432866"/>
      </dsp:txXfrm>
    </dsp:sp>
  </dsp:spTree>
</dsp:drawing>
</file>

<file path=ppt/diagrams/drawing2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AD759BF-8F18-40C4-BD45-8F921003D1DC}">
      <dsp:nvSpPr>
        <dsp:cNvPr id="0" name=""/>
        <dsp:cNvSpPr/>
      </dsp:nvSpPr>
      <dsp:spPr>
        <a:xfrm>
          <a:off x="0" y="3830"/>
          <a:ext cx="85344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of  Cycle Time(Y) and its X Factors</a:t>
          </a:r>
        </a:p>
      </dsp:txBody>
      <dsp:txXfrm>
        <a:off x="23417" y="27247"/>
        <a:ext cx="8487566" cy="432866"/>
      </dsp:txXfrm>
    </dsp:sp>
  </dsp:spTree>
</dsp:drawing>
</file>

<file path=ppt/diagrams/drawing2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EC65BF-7838-48C0-AA6B-919FDE08622F}">
      <dsp:nvSpPr>
        <dsp:cNvPr id="0" name=""/>
        <dsp:cNvSpPr/>
      </dsp:nvSpPr>
      <dsp:spPr>
        <a:xfrm>
          <a:off x="0" y="5953"/>
          <a:ext cx="8229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Regression Equation For Cycle 1 – Cycle Time</a:t>
          </a:r>
        </a:p>
      </dsp:txBody>
      <dsp:txXfrm>
        <a:off x="26930" y="32883"/>
        <a:ext cx="8175740" cy="497795"/>
      </dsp:txXfrm>
    </dsp:sp>
  </dsp:spTree>
</dsp:drawing>
</file>

<file path=ppt/diagrams/drawing2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DA0223-F7E1-4331-9C17-6002AA4B4CD3}">
      <dsp:nvSpPr>
        <dsp:cNvPr id="0" name=""/>
        <dsp:cNvSpPr/>
      </dsp:nvSpPr>
      <dsp:spPr>
        <a:xfrm>
          <a:off x="0" y="8204"/>
          <a:ext cx="8610600" cy="59319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300" kern="1200" dirty="0"/>
            <a:t>What if Analysis (Target of Cycle Time 7) </a:t>
          </a:r>
        </a:p>
        <a:p>
          <a:pPr marL="0" lvl="0" indent="0" algn="ctr" defTabSz="5778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300" kern="1200" dirty="0"/>
            <a:t>Cycle Time(Hours)/FP = 21.8 - 2.12 Coding - 3.78 Test Preparation</a:t>
          </a:r>
          <a:endParaRPr lang="en-US" sz="1300" kern="1200" dirty="0"/>
        </a:p>
      </dsp:txBody>
      <dsp:txXfrm>
        <a:off x="28957" y="37161"/>
        <a:ext cx="8552686" cy="535276"/>
      </dsp:txXfrm>
    </dsp:sp>
  </dsp:spTree>
</dsp:drawing>
</file>

<file path=ppt/diagrams/drawing2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0BC13B-3A13-4EFA-BC55-7D688BF688E9}">
      <dsp:nvSpPr>
        <dsp:cNvPr id="0" name=""/>
        <dsp:cNvSpPr/>
      </dsp:nvSpPr>
      <dsp:spPr>
        <a:xfrm>
          <a:off x="0" y="2864"/>
          <a:ext cx="8229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Cycle Time Reduction Methodology</a:t>
          </a:r>
        </a:p>
      </dsp:txBody>
      <dsp:txXfrm>
        <a:off x="25759" y="28623"/>
        <a:ext cx="8178082" cy="476152"/>
      </dsp:txXfrm>
    </dsp:sp>
  </dsp:spTree>
</dsp:drawing>
</file>

<file path=ppt/diagrams/drawing2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66FC38-60BB-4B70-88CB-2DD3C413BBA2}">
      <dsp:nvSpPr>
        <dsp:cNvPr id="0" name=""/>
        <dsp:cNvSpPr/>
      </dsp:nvSpPr>
      <dsp:spPr>
        <a:xfrm>
          <a:off x="0" y="3830"/>
          <a:ext cx="86868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for PMIS – Cycle II</a:t>
          </a:r>
        </a:p>
      </dsp:txBody>
      <dsp:txXfrm>
        <a:off x="23417" y="27247"/>
        <a:ext cx="8639966" cy="432866"/>
      </dsp:txXfrm>
    </dsp:sp>
  </dsp:spTree>
</dsp:drawing>
</file>

<file path=ppt/diagrams/drawing2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F915C5-7BBF-4ACF-89E5-A7279E1CCF67}">
      <dsp:nvSpPr>
        <dsp:cNvPr id="0" name=""/>
        <dsp:cNvSpPr/>
      </dsp:nvSpPr>
      <dsp:spPr>
        <a:xfrm>
          <a:off x="0" y="1708"/>
          <a:ext cx="85344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Y factors –PMIS Cycle II</a:t>
          </a:r>
        </a:p>
      </dsp:txBody>
      <dsp:txXfrm>
        <a:off x="19904" y="21612"/>
        <a:ext cx="8494592" cy="367937"/>
      </dsp:txXfrm>
    </dsp:sp>
  </dsp:spTree>
</dsp:drawing>
</file>

<file path=ppt/diagrams/drawing2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D559BF1-3FDC-4783-9655-08072172DDE3}">
      <dsp:nvSpPr>
        <dsp:cNvPr id="0" name=""/>
        <dsp:cNvSpPr/>
      </dsp:nvSpPr>
      <dsp:spPr>
        <a:xfrm>
          <a:off x="0" y="1708"/>
          <a:ext cx="8610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X Factors – PMIS Cycle II</a:t>
          </a:r>
        </a:p>
      </dsp:txBody>
      <dsp:txXfrm>
        <a:off x="19904" y="21612"/>
        <a:ext cx="8570792" cy="367937"/>
      </dsp:txXfrm>
    </dsp:sp>
  </dsp:spTree>
</dsp:drawing>
</file>

<file path=ppt/diagrams/drawing2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4FE0498-4A83-4107-B1A3-DE911F485C4E}">
      <dsp:nvSpPr>
        <dsp:cNvPr id="0" name=""/>
        <dsp:cNvSpPr/>
      </dsp:nvSpPr>
      <dsp:spPr>
        <a:xfrm>
          <a:off x="0" y="1708"/>
          <a:ext cx="84582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of  EV (Y) and its X Factors for Cycle-II</a:t>
          </a:r>
        </a:p>
      </dsp:txBody>
      <dsp:txXfrm>
        <a:off x="19904" y="21612"/>
        <a:ext cx="8418392" cy="367937"/>
      </dsp:txXfrm>
    </dsp:sp>
  </dsp:spTree>
</dsp:drawing>
</file>

<file path=ppt/diagrams/drawing2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B7005C-A7D9-4A4E-882E-67AC2997F028}">
      <dsp:nvSpPr>
        <dsp:cNvPr id="0" name=""/>
        <dsp:cNvSpPr/>
      </dsp:nvSpPr>
      <dsp:spPr>
        <a:xfrm>
          <a:off x="0" y="10612"/>
          <a:ext cx="86796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of  Cycle Time(Y) and its X Factors</a:t>
          </a:r>
        </a:p>
      </dsp:txBody>
      <dsp:txXfrm>
        <a:off x="17563" y="28175"/>
        <a:ext cx="8644474" cy="324648"/>
      </dsp:txXfrm>
    </dsp:sp>
  </dsp:spTree>
</dsp:drawing>
</file>

<file path=ppt/diagrams/drawing2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0D97D1E-9388-49CB-8F09-137479A3D5C3}">
      <dsp:nvSpPr>
        <dsp:cNvPr id="0" name=""/>
        <dsp:cNvSpPr/>
      </dsp:nvSpPr>
      <dsp:spPr>
        <a:xfrm>
          <a:off x="0" y="10612"/>
          <a:ext cx="88392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Cycle II- Y Factor – Effort Variance Normality Curve</a:t>
          </a:r>
        </a:p>
      </dsp:txBody>
      <dsp:txXfrm>
        <a:off x="17563" y="28175"/>
        <a:ext cx="8804074" cy="324648"/>
      </dsp:txXfrm>
    </dsp:sp>
  </dsp:spTree>
</dsp:drawing>
</file>

<file path=ppt/diagrams/drawing3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192967F-C0A4-47C3-8744-9C51CFDEC0CD}">
      <dsp:nvSpPr>
        <dsp:cNvPr id="0" name=""/>
        <dsp:cNvSpPr/>
      </dsp:nvSpPr>
      <dsp:spPr>
        <a:xfrm>
          <a:off x="0" y="10612"/>
          <a:ext cx="88392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Cycle II- Y Factor – Effort Variance Control chart</a:t>
          </a:r>
        </a:p>
      </dsp:txBody>
      <dsp:txXfrm>
        <a:off x="17563" y="28175"/>
        <a:ext cx="8804074" cy="324648"/>
      </dsp:txXfrm>
    </dsp:sp>
  </dsp:spTree>
</dsp:drawing>
</file>

<file path=ppt/diagrams/drawing3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AB544C-4F11-4291-B65D-8513C1F09FF7}">
      <dsp:nvSpPr>
        <dsp:cNvPr id="0" name=""/>
        <dsp:cNvSpPr/>
      </dsp:nvSpPr>
      <dsp:spPr>
        <a:xfrm>
          <a:off x="0" y="10612"/>
          <a:ext cx="89154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Cycle II- Y Factor – Cycle Time Per FP Normality Curve</a:t>
          </a:r>
        </a:p>
      </dsp:txBody>
      <dsp:txXfrm>
        <a:off x="17563" y="28175"/>
        <a:ext cx="8880274" cy="324648"/>
      </dsp:txXfrm>
    </dsp:sp>
  </dsp:spTree>
</dsp:drawing>
</file>

<file path=ppt/diagrams/drawing3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92C71DA-79A2-4409-BE23-9668E01296C8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II- Y Factor – Cycle Time Per FP Control Chart</a:t>
          </a:r>
        </a:p>
      </dsp:txBody>
      <dsp:txXfrm>
        <a:off x="22246" y="22988"/>
        <a:ext cx="8872708" cy="411223"/>
      </dsp:txXfrm>
    </dsp:sp>
  </dsp:spTree>
</dsp:drawing>
</file>

<file path=ppt/diagrams/drawing3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AECF2F-A129-4259-913D-1383724EA5DE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II- X Factor – RA effort Normality Curve</a:t>
          </a:r>
        </a:p>
      </dsp:txBody>
      <dsp:txXfrm>
        <a:off x="22246" y="22988"/>
        <a:ext cx="8872708" cy="411223"/>
      </dsp:txXfrm>
    </dsp:sp>
  </dsp:spTree>
</dsp:drawing>
</file>

<file path=ppt/diagrams/drawing3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5632FD3-B906-44CE-BC56-6C5195067338}">
      <dsp:nvSpPr>
        <dsp:cNvPr id="0" name=""/>
        <dsp:cNvSpPr/>
      </dsp:nvSpPr>
      <dsp:spPr>
        <a:xfrm>
          <a:off x="0" y="1708"/>
          <a:ext cx="89172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Cycle II- X Factor – RA effort Control Chart</a:t>
          </a:r>
        </a:p>
      </dsp:txBody>
      <dsp:txXfrm>
        <a:off x="19904" y="21612"/>
        <a:ext cx="8877392" cy="367937"/>
      </dsp:txXfrm>
    </dsp:sp>
  </dsp:spTree>
</dsp:drawing>
</file>

<file path=ppt/diagrams/drawing3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520DC3-32FC-40EF-9435-C83546E9001F}">
      <dsp:nvSpPr>
        <dsp:cNvPr id="0" name=""/>
        <dsp:cNvSpPr/>
      </dsp:nvSpPr>
      <dsp:spPr>
        <a:xfrm>
          <a:off x="0" y="10612"/>
          <a:ext cx="89172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Cycle II- X Factor – Coding Effort per FP control chart</a:t>
          </a:r>
        </a:p>
      </dsp:txBody>
      <dsp:txXfrm>
        <a:off x="17563" y="28175"/>
        <a:ext cx="8882074" cy="324648"/>
      </dsp:txXfrm>
    </dsp:sp>
  </dsp:spTree>
</dsp:drawing>
</file>

<file path=ppt/diagrams/drawing3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299E07A-3FCA-45DF-9CF9-36BBE18848D1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II- X Factor – </a:t>
          </a:r>
          <a:r>
            <a:rPr lang="en-IN" sz="1900" kern="1200" dirty="0"/>
            <a:t>Test Preparation Effort </a:t>
          </a:r>
          <a:r>
            <a:rPr lang="en-US" sz="1900" kern="1200" dirty="0"/>
            <a:t>Per FP Normality Curve</a:t>
          </a:r>
        </a:p>
      </dsp:txBody>
      <dsp:txXfrm>
        <a:off x="22246" y="22988"/>
        <a:ext cx="8872708" cy="411223"/>
      </dsp:txXfrm>
    </dsp:sp>
  </dsp:spTree>
</dsp:drawing>
</file>

<file path=ppt/diagrams/drawing3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DE5ABD-B412-444D-B449-93472F3D08CE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II- X Factor – </a:t>
          </a:r>
          <a:r>
            <a:rPr lang="en-IN" sz="1900" kern="1200" dirty="0"/>
            <a:t>Test Preparation Effort </a:t>
          </a:r>
          <a:r>
            <a:rPr lang="en-US" sz="1900" kern="1200" dirty="0"/>
            <a:t>Per FP control chart</a:t>
          </a:r>
        </a:p>
      </dsp:txBody>
      <dsp:txXfrm>
        <a:off x="22246" y="22988"/>
        <a:ext cx="8872708" cy="411223"/>
      </dsp:txXfrm>
    </dsp:sp>
  </dsp:spTree>
</dsp:drawing>
</file>

<file path=ppt/diagrams/drawing3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25C5D74-0348-44CC-ABA6-619D426878A4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comparison For EV Cycle I and Cycle II</a:t>
          </a:r>
        </a:p>
      </dsp:txBody>
      <dsp:txXfrm>
        <a:off x="22246" y="22988"/>
        <a:ext cx="8872708" cy="411223"/>
      </dsp:txXfrm>
    </dsp:sp>
  </dsp:spTree>
</dsp:drawing>
</file>

<file path=ppt/diagrams/drawing3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D0C361-2EE7-4555-8D0B-F7DB2BCC374F}">
      <dsp:nvSpPr>
        <dsp:cNvPr id="0" name=""/>
        <dsp:cNvSpPr/>
      </dsp:nvSpPr>
      <dsp:spPr>
        <a:xfrm>
          <a:off x="0" y="1708"/>
          <a:ext cx="82296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Result of Effort variance and its X factors</a:t>
          </a:r>
        </a:p>
      </dsp:txBody>
      <dsp:txXfrm>
        <a:off x="19904" y="21612"/>
        <a:ext cx="8189792" cy="367937"/>
      </dsp:txXfrm>
    </dsp:sp>
  </dsp:spTree>
</dsp:drawing>
</file>

<file path=ppt/diagrams/drawing4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124738-75FE-4838-9B57-CB1F76E6FF64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Effort Variance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CBCC91-0061-4418-B619-905A3FD50C6F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RA Effort 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E3A63B-E320-4FEB-A056-63843BBCF606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RA Review Effort 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1580AE4-63FE-48F8-A49A-D4355B28AF1F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comparison for Cycle Time Cycle I and Cycle II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F8C047-8D02-46FE-A405-1827B70C6AEB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Result of  Cycle Time and its X factors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07CEEA9-6762-4AD0-83B3-701814066776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Cycle Time Per FP</a:t>
          </a:r>
          <a:endParaRPr lang="en-US" sz="1900" b="0" i="0" kern="1200" baseline="0" dirty="0"/>
        </a:p>
      </dsp:txBody>
      <dsp:txXfrm>
        <a:off x="22246" y="22988"/>
        <a:ext cx="8872708" cy="411223"/>
      </dsp:txXfrm>
    </dsp:sp>
  </dsp:spTree>
</dsp:drawing>
</file>

<file path=ppt/diagrams/drawing4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9CB7F-E630-4ADB-B774-9E00F8713C3F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Coding Effort </a:t>
          </a:r>
        </a:p>
      </dsp:txBody>
      <dsp:txXfrm>
        <a:off x="22246" y="22988"/>
        <a:ext cx="8872708" cy="411223"/>
      </dsp:txXfrm>
    </dsp:sp>
  </dsp:spTree>
</dsp:drawing>
</file>

<file path=ppt/diagrams/drawing4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BF5298-C498-4953-B3B5-011C9EE653A5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Test Preparation Effort</a:t>
          </a:r>
        </a:p>
      </dsp:txBody>
      <dsp:txXfrm>
        <a:off x="22246" y="22988"/>
        <a:ext cx="8872708" cy="411223"/>
      </dsp:txXfrm>
    </dsp:sp>
  </dsp:spTree>
</dsp:drawing>
</file>

<file path=ppt/diagrams/drawing4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CFC1B5F-EF54-4927-A450-0A38FCE2F112}">
      <dsp:nvSpPr>
        <dsp:cNvPr id="0" name=""/>
        <dsp:cNvSpPr/>
      </dsp:nvSpPr>
      <dsp:spPr>
        <a:xfrm>
          <a:off x="0" y="1708"/>
          <a:ext cx="83820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 of  EV (Y) and its X Factors for Cycle-II</a:t>
          </a:r>
          <a:endParaRPr lang="en-IN" sz="1700" kern="1200" dirty="0"/>
        </a:p>
      </dsp:txBody>
      <dsp:txXfrm>
        <a:off x="19904" y="21612"/>
        <a:ext cx="8342192" cy="367937"/>
      </dsp:txXfrm>
    </dsp:sp>
  </dsp:spTree>
</dsp:drawing>
</file>

<file path=ppt/diagrams/drawing4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AC32D06-67C3-45D9-83F5-8C6699CAE09B}">
      <dsp:nvSpPr>
        <dsp:cNvPr id="0" name=""/>
        <dsp:cNvSpPr/>
      </dsp:nvSpPr>
      <dsp:spPr>
        <a:xfrm>
          <a:off x="0" y="742"/>
          <a:ext cx="8915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Regression Equation For  Cycle II – Effort Variance</a:t>
          </a:r>
          <a:endParaRPr lang="en-IN" sz="1900" kern="1200" dirty="0"/>
        </a:p>
      </dsp:txBody>
      <dsp:txXfrm>
        <a:off x="22246" y="22988"/>
        <a:ext cx="8870908" cy="411223"/>
      </dsp:txXfrm>
    </dsp:sp>
  </dsp:spTree>
</dsp:drawing>
</file>

<file path=ppt/diagrams/drawing5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17614B-7BAC-4B0B-87BA-77AAA4466D90}">
      <dsp:nvSpPr>
        <dsp:cNvPr id="0" name=""/>
        <dsp:cNvSpPr/>
      </dsp:nvSpPr>
      <dsp:spPr>
        <a:xfrm>
          <a:off x="0" y="6450"/>
          <a:ext cx="883920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What if Analysis (Target of Effort variance 5% and target of </a:t>
          </a:r>
          <a:r>
            <a:rPr lang="en-US" sz="1500" kern="1200" dirty="0" err="1"/>
            <a:t>St.Dev</a:t>
          </a:r>
          <a:r>
            <a:rPr lang="en-US" sz="1500" kern="1200" dirty="0"/>
            <a:t> is 3%)</a:t>
          </a:r>
          <a:br>
            <a:rPr lang="en-US" sz="1500" kern="1200" dirty="0"/>
          </a:br>
          <a:r>
            <a:rPr lang="en-US" sz="1500" kern="1200" dirty="0"/>
            <a:t> EV_Cycle12 = 0.399 - 0.104 RA/FP_Cycle12 - 0.342 RA Review/FP_Cycle12</a:t>
          </a:r>
          <a:endParaRPr lang="en-IN" sz="1500" kern="1200" dirty="0"/>
        </a:p>
      </dsp:txBody>
      <dsp:txXfrm>
        <a:off x="29128" y="35578"/>
        <a:ext cx="8780944" cy="538444"/>
      </dsp:txXfrm>
    </dsp:sp>
  </dsp:spTree>
</dsp:drawing>
</file>

<file path=ppt/diagrams/drawing5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33D4F0F-8DDB-45C8-B424-950634058F70}">
      <dsp:nvSpPr>
        <dsp:cNvPr id="0" name=""/>
        <dsp:cNvSpPr/>
      </dsp:nvSpPr>
      <dsp:spPr>
        <a:xfrm>
          <a:off x="0" y="3830"/>
          <a:ext cx="83058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Effort variance reduction methodology</a:t>
          </a:r>
          <a:endParaRPr lang="en-IN" sz="2000" kern="1200" dirty="0"/>
        </a:p>
      </dsp:txBody>
      <dsp:txXfrm>
        <a:off x="23417" y="27247"/>
        <a:ext cx="8258966" cy="432866"/>
      </dsp:txXfrm>
    </dsp:sp>
  </dsp:spTree>
</dsp:drawing>
</file>

<file path=ppt/diagrams/drawing5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E5CA88E-9F2E-45F1-AE5A-1DA3237DCBE7}">
      <dsp:nvSpPr>
        <dsp:cNvPr id="0" name=""/>
        <dsp:cNvSpPr/>
      </dsp:nvSpPr>
      <dsp:spPr>
        <a:xfrm>
          <a:off x="0" y="742"/>
          <a:ext cx="8458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of Cycle Time(Y) and its X Factors For Cycle-II</a:t>
          </a:r>
          <a:endParaRPr lang="en-IN" sz="1900" kern="1200" dirty="0"/>
        </a:p>
      </dsp:txBody>
      <dsp:txXfrm>
        <a:off x="22246" y="22988"/>
        <a:ext cx="8413708" cy="411223"/>
      </dsp:txXfrm>
    </dsp:sp>
  </dsp:spTree>
</dsp:drawing>
</file>

<file path=ppt/diagrams/drawing5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0ADCF7A-512A-4FEC-AFB8-3797827F9F11}">
      <dsp:nvSpPr>
        <dsp:cNvPr id="0" name=""/>
        <dsp:cNvSpPr/>
      </dsp:nvSpPr>
      <dsp:spPr>
        <a:xfrm>
          <a:off x="0" y="3830"/>
          <a:ext cx="82296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Regression Equation For Cycle - II  Cycle Time</a:t>
          </a:r>
          <a:endParaRPr lang="en-IN" sz="2000" kern="1200" dirty="0"/>
        </a:p>
      </dsp:txBody>
      <dsp:txXfrm>
        <a:off x="23417" y="27247"/>
        <a:ext cx="8182766" cy="432866"/>
      </dsp:txXfrm>
    </dsp:sp>
  </dsp:spTree>
</dsp:drawing>
</file>

<file path=ppt/diagrams/drawing5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B6532D-8C10-4B11-9BE5-A9C44C719A8F}">
      <dsp:nvSpPr>
        <dsp:cNvPr id="0" name=""/>
        <dsp:cNvSpPr/>
      </dsp:nvSpPr>
      <dsp:spPr>
        <a:xfrm>
          <a:off x="0" y="6450"/>
          <a:ext cx="8763000" cy="596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What if Analysis (Target of Cycle Time)</a:t>
          </a:r>
          <a:br>
            <a:rPr lang="en-US" sz="1500" kern="1200" dirty="0"/>
          </a:br>
          <a:r>
            <a:rPr lang="en-IN" sz="1500" kern="1200" dirty="0"/>
            <a:t>Cycle Time(Hours)/FP = 19.9 - 1.68 Coding - 4.79 Test Preparation</a:t>
          </a:r>
          <a:endParaRPr lang="en-US" sz="1500" kern="1200" dirty="0"/>
        </a:p>
      </dsp:txBody>
      <dsp:txXfrm>
        <a:off x="29128" y="35578"/>
        <a:ext cx="8704744" cy="538444"/>
      </dsp:txXfrm>
    </dsp:sp>
  </dsp:spTree>
</dsp:drawing>
</file>

<file path=ppt/diagrams/drawing5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877C0-B3D9-4B82-9206-021AB9E91162}">
      <dsp:nvSpPr>
        <dsp:cNvPr id="0" name=""/>
        <dsp:cNvSpPr/>
      </dsp:nvSpPr>
      <dsp:spPr>
        <a:xfrm>
          <a:off x="0" y="742"/>
          <a:ext cx="8534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Time Reduction Methodology</a:t>
          </a:r>
          <a:endParaRPr lang="en-IN" sz="1900" kern="1200" dirty="0"/>
        </a:p>
      </dsp:txBody>
      <dsp:txXfrm>
        <a:off x="22246" y="22988"/>
        <a:ext cx="8489908" cy="411223"/>
      </dsp:txXfrm>
    </dsp:sp>
  </dsp:spTree>
</dsp:drawing>
</file>

<file path=ppt/diagrams/drawing5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C8AD37F-75B0-44EF-8916-383FEE09AC55}">
      <dsp:nvSpPr>
        <dsp:cNvPr id="0" name=""/>
        <dsp:cNvSpPr/>
      </dsp:nvSpPr>
      <dsp:spPr>
        <a:xfrm>
          <a:off x="0" y="742"/>
          <a:ext cx="8839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for PMIS – Cycle -III</a:t>
          </a:r>
        </a:p>
      </dsp:txBody>
      <dsp:txXfrm>
        <a:off x="22246" y="22988"/>
        <a:ext cx="8794708" cy="411223"/>
      </dsp:txXfrm>
    </dsp:sp>
  </dsp:spTree>
</dsp:drawing>
</file>

<file path=ppt/diagrams/drawing5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945449-9F51-4E44-86AA-3D2B341416F1}">
      <dsp:nvSpPr>
        <dsp:cNvPr id="0" name=""/>
        <dsp:cNvSpPr/>
      </dsp:nvSpPr>
      <dsp:spPr>
        <a:xfrm>
          <a:off x="0" y="10612"/>
          <a:ext cx="87630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Y Factors –PMIS Cycle III</a:t>
          </a:r>
        </a:p>
      </dsp:txBody>
      <dsp:txXfrm>
        <a:off x="17563" y="28175"/>
        <a:ext cx="8727874" cy="324648"/>
      </dsp:txXfrm>
    </dsp:sp>
  </dsp:spTree>
</dsp:drawing>
</file>

<file path=ppt/diagrams/drawing5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99CEF0-08A5-4AD7-85C4-90DE6476A5D2}">
      <dsp:nvSpPr>
        <dsp:cNvPr id="0" name=""/>
        <dsp:cNvSpPr/>
      </dsp:nvSpPr>
      <dsp:spPr>
        <a:xfrm>
          <a:off x="0" y="1708"/>
          <a:ext cx="8839200" cy="40774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X Factors – PMIS Cycle III</a:t>
          </a:r>
        </a:p>
      </dsp:txBody>
      <dsp:txXfrm>
        <a:off x="19904" y="21612"/>
        <a:ext cx="8799392" cy="367937"/>
      </dsp:txXfrm>
    </dsp:sp>
  </dsp:spTree>
</dsp:drawing>
</file>

<file path=ppt/diagrams/drawing5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2CD1F4-D4BA-4992-8D80-1CCCB5F72365}">
      <dsp:nvSpPr>
        <dsp:cNvPr id="0" name=""/>
        <dsp:cNvSpPr/>
      </dsp:nvSpPr>
      <dsp:spPr>
        <a:xfrm>
          <a:off x="0" y="3830"/>
          <a:ext cx="89154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of  EV (Y) and its X Factors for Cycle-III</a:t>
          </a:r>
          <a:endParaRPr lang="en-IN" sz="2000" kern="1200" dirty="0"/>
        </a:p>
      </dsp:txBody>
      <dsp:txXfrm>
        <a:off x="23417" y="27247"/>
        <a:ext cx="8868566" cy="432866"/>
      </dsp:txXfrm>
    </dsp:sp>
  </dsp:spTree>
</dsp:drawing>
</file>

<file path=ppt/diagrams/drawing6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0E6262-07C4-4B9F-85FF-4FDF26598AF1}">
      <dsp:nvSpPr>
        <dsp:cNvPr id="0" name=""/>
        <dsp:cNvSpPr/>
      </dsp:nvSpPr>
      <dsp:spPr>
        <a:xfrm>
          <a:off x="0" y="742"/>
          <a:ext cx="8839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of  Cycle Time(Y) and its X Factors For Cycle-III</a:t>
          </a:r>
          <a:endParaRPr lang="en-IN" sz="1900" kern="1200" dirty="0"/>
        </a:p>
      </dsp:txBody>
      <dsp:txXfrm>
        <a:off x="22246" y="22988"/>
        <a:ext cx="8794708" cy="411223"/>
      </dsp:txXfrm>
    </dsp:sp>
  </dsp:spTree>
</dsp:drawing>
</file>

<file path=ppt/diagrams/drawing6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365F5F9-F393-4AA4-8467-DD909763643E}">
      <dsp:nvSpPr>
        <dsp:cNvPr id="0" name=""/>
        <dsp:cNvSpPr/>
      </dsp:nvSpPr>
      <dsp:spPr>
        <a:xfrm>
          <a:off x="0" y="742"/>
          <a:ext cx="8839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Y Factor – Effort Variance Normality Curve</a:t>
          </a:r>
        </a:p>
      </dsp:txBody>
      <dsp:txXfrm>
        <a:off x="22246" y="22988"/>
        <a:ext cx="8794708" cy="411223"/>
      </dsp:txXfrm>
    </dsp:sp>
  </dsp:spTree>
</dsp:drawing>
</file>

<file path=ppt/diagrams/drawing6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8BBD858-DC7C-4306-A9C2-5034B527820C}">
      <dsp:nvSpPr>
        <dsp:cNvPr id="0" name=""/>
        <dsp:cNvSpPr/>
      </dsp:nvSpPr>
      <dsp:spPr>
        <a:xfrm>
          <a:off x="0" y="742"/>
          <a:ext cx="8839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Y Factor – Effort Variance Control chart</a:t>
          </a:r>
        </a:p>
      </dsp:txBody>
      <dsp:txXfrm>
        <a:off x="22246" y="22988"/>
        <a:ext cx="8794708" cy="411223"/>
      </dsp:txXfrm>
    </dsp:sp>
  </dsp:spTree>
</dsp:drawing>
</file>

<file path=ppt/diagrams/drawing6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FAAC41D-661B-4B01-BCC4-AEE17B3E0D2B}">
      <dsp:nvSpPr>
        <dsp:cNvPr id="0" name=""/>
        <dsp:cNvSpPr/>
      </dsp:nvSpPr>
      <dsp:spPr>
        <a:xfrm>
          <a:off x="0" y="742"/>
          <a:ext cx="8915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Y Factor – Cycle Time Per FP Normality Curve</a:t>
          </a:r>
        </a:p>
      </dsp:txBody>
      <dsp:txXfrm>
        <a:off x="22246" y="22988"/>
        <a:ext cx="8870908" cy="411223"/>
      </dsp:txXfrm>
    </dsp:sp>
  </dsp:spTree>
</dsp:drawing>
</file>

<file path=ppt/diagrams/drawing6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D406D9-5127-4275-BE20-EC9971E0F7D5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Y Factor – Cycle Time Per FP Control Chart</a:t>
          </a:r>
        </a:p>
      </dsp:txBody>
      <dsp:txXfrm>
        <a:off x="22246" y="22988"/>
        <a:ext cx="8872708" cy="411223"/>
      </dsp:txXfrm>
    </dsp:sp>
  </dsp:spTree>
</dsp:drawing>
</file>

<file path=ppt/diagrams/drawing6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F07F86D-5BC4-4DF4-841A-C52794490457}">
      <dsp:nvSpPr>
        <dsp:cNvPr id="0" name=""/>
        <dsp:cNvSpPr/>
      </dsp:nvSpPr>
      <dsp:spPr>
        <a:xfrm>
          <a:off x="0" y="3830"/>
          <a:ext cx="8917200" cy="4797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Cycle III- X Factor – RA effort Normality Curve</a:t>
          </a:r>
        </a:p>
      </dsp:txBody>
      <dsp:txXfrm>
        <a:off x="23417" y="27247"/>
        <a:ext cx="8870366" cy="432866"/>
      </dsp:txXfrm>
    </dsp:sp>
  </dsp:spTree>
</dsp:drawing>
</file>

<file path=ppt/diagrams/drawing6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323B38-58F4-4C32-9C5F-BD8FF1BD836C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RA effort Control Chart</a:t>
          </a:r>
        </a:p>
      </dsp:txBody>
      <dsp:txXfrm>
        <a:off x="22246" y="22988"/>
        <a:ext cx="8872708" cy="411223"/>
      </dsp:txXfrm>
    </dsp:sp>
  </dsp:spTree>
</dsp:drawing>
</file>

<file path=ppt/diagrams/drawing6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17F745-9716-4F08-826F-DD0D2877E34A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RA Review effort Normality Curve</a:t>
          </a:r>
        </a:p>
      </dsp:txBody>
      <dsp:txXfrm>
        <a:off x="22246" y="22988"/>
        <a:ext cx="8872708" cy="411223"/>
      </dsp:txXfrm>
    </dsp:sp>
  </dsp:spTree>
</dsp:drawing>
</file>

<file path=ppt/diagrams/drawing6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49A68F-55BD-441B-9B21-D526E591FD88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RA Review control chart</a:t>
          </a:r>
        </a:p>
      </dsp:txBody>
      <dsp:txXfrm>
        <a:off x="22246" y="22988"/>
        <a:ext cx="8872708" cy="411223"/>
      </dsp:txXfrm>
    </dsp:sp>
  </dsp:spTree>
</dsp:drawing>
</file>

<file path=ppt/diagrams/drawing6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7B0F2C-63F8-4868-AAEB-3AEE008F1A47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Coding Effort Per FP Normality Curve</a:t>
          </a:r>
        </a:p>
      </dsp:txBody>
      <dsp:txXfrm>
        <a:off x="22246" y="22988"/>
        <a:ext cx="8872708" cy="411223"/>
      </dsp:txXfrm>
    </dsp:sp>
  </dsp:spTree>
</dsp:drawing>
</file>

<file path=ppt/diagrams/drawing7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A7E0E-D7A8-42B0-B000-EBDABBE11801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Coding Effort per FP control chart</a:t>
          </a:r>
        </a:p>
      </dsp:txBody>
      <dsp:txXfrm>
        <a:off x="22246" y="22988"/>
        <a:ext cx="8872708" cy="411223"/>
      </dsp:txXfrm>
    </dsp:sp>
  </dsp:spTree>
</dsp:drawing>
</file>

<file path=ppt/diagrams/drawing7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EE53244-54F9-4440-854D-4C42470A5FE1}">
      <dsp:nvSpPr>
        <dsp:cNvPr id="0" name=""/>
        <dsp:cNvSpPr/>
      </dsp:nvSpPr>
      <dsp:spPr>
        <a:xfrm>
          <a:off x="0" y="2864"/>
          <a:ext cx="89172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Cycle III- X Factor – </a:t>
          </a:r>
          <a:r>
            <a:rPr lang="en-IN" sz="2200" kern="1200" dirty="0"/>
            <a:t>Test Preparation Effort </a:t>
          </a:r>
          <a:r>
            <a:rPr lang="en-US" sz="2200" kern="1200" dirty="0"/>
            <a:t>Per FP Normality Curve</a:t>
          </a:r>
        </a:p>
      </dsp:txBody>
      <dsp:txXfrm>
        <a:off x="25759" y="28623"/>
        <a:ext cx="8865682" cy="476152"/>
      </dsp:txXfrm>
    </dsp:sp>
  </dsp:spTree>
</dsp:drawing>
</file>

<file path=ppt/diagrams/drawing7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9D8EAB-3CEF-441B-81A3-8C1468B0A715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Cycle III- X Factor – </a:t>
          </a:r>
          <a:r>
            <a:rPr lang="en-IN" sz="1900" kern="1200" dirty="0"/>
            <a:t>Test Preparation Effort </a:t>
          </a:r>
          <a:r>
            <a:rPr lang="en-US" sz="1900" kern="1200" dirty="0"/>
            <a:t>Per FP control chart</a:t>
          </a:r>
        </a:p>
      </dsp:txBody>
      <dsp:txXfrm>
        <a:off x="22246" y="22988"/>
        <a:ext cx="8872708" cy="411223"/>
      </dsp:txXfrm>
    </dsp:sp>
  </dsp:spTree>
</dsp:drawing>
</file>

<file path=ppt/diagrams/drawing7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56D0AAF-EEB6-4731-9FBF-0A7AC13E7BA0}">
      <dsp:nvSpPr>
        <dsp:cNvPr id="0" name=""/>
        <dsp:cNvSpPr/>
      </dsp:nvSpPr>
      <dsp:spPr>
        <a:xfrm>
          <a:off x="0" y="10612"/>
          <a:ext cx="87630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Data comparison For EV Cycle-I and Cycle-III</a:t>
          </a:r>
          <a:endParaRPr lang="en-IN" sz="1500" kern="1200" dirty="0"/>
        </a:p>
      </dsp:txBody>
      <dsp:txXfrm>
        <a:off x="17563" y="28175"/>
        <a:ext cx="8727874" cy="324648"/>
      </dsp:txXfrm>
    </dsp:sp>
  </dsp:spTree>
</dsp:drawing>
</file>

<file path=ppt/diagrams/drawing7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284A999-9CAB-4EB1-9896-3B2A4564EEF8}">
      <dsp:nvSpPr>
        <dsp:cNvPr id="0" name=""/>
        <dsp:cNvSpPr/>
      </dsp:nvSpPr>
      <dsp:spPr>
        <a:xfrm>
          <a:off x="0" y="742"/>
          <a:ext cx="8305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Result of Effort variance and its X factors</a:t>
          </a:r>
          <a:endParaRPr lang="en-IN" sz="1900" kern="1200" dirty="0"/>
        </a:p>
      </dsp:txBody>
      <dsp:txXfrm>
        <a:off x="22246" y="22988"/>
        <a:ext cx="8261308" cy="411223"/>
      </dsp:txXfrm>
    </dsp:sp>
  </dsp:spTree>
</dsp:drawing>
</file>

<file path=ppt/diagrams/drawing7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516AE9-0334-4034-99AA-65B590712016}">
      <dsp:nvSpPr>
        <dsp:cNvPr id="0" name=""/>
        <dsp:cNvSpPr/>
      </dsp:nvSpPr>
      <dsp:spPr>
        <a:xfrm>
          <a:off x="0" y="0"/>
          <a:ext cx="8839200" cy="35977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0" tIns="57150" rIns="57150" bIns="57150" numCol="1" spcCol="1270" anchor="ctr" anchorCtr="0">
          <a:noAutofit/>
        </a:bodyPr>
        <a:lstStyle/>
        <a:p>
          <a:pPr marL="0" lvl="0" indent="0" algn="ctr" defTabSz="6667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dirty="0"/>
            <a:t>2 sample T test for Effort Variance</a:t>
          </a:r>
          <a:endParaRPr lang="en-IN" sz="1500" kern="1200" dirty="0"/>
        </a:p>
      </dsp:txBody>
      <dsp:txXfrm>
        <a:off x="17563" y="17563"/>
        <a:ext cx="8804074" cy="324648"/>
      </dsp:txXfrm>
    </dsp:sp>
  </dsp:spTree>
</dsp:drawing>
</file>

<file path=ppt/diagrams/drawing7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DFF298-2231-486F-A70B-DB7BA841425A}">
      <dsp:nvSpPr>
        <dsp:cNvPr id="0" name=""/>
        <dsp:cNvSpPr/>
      </dsp:nvSpPr>
      <dsp:spPr>
        <a:xfrm>
          <a:off x="0" y="742"/>
          <a:ext cx="8534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RA Effort</a:t>
          </a:r>
        </a:p>
      </dsp:txBody>
      <dsp:txXfrm>
        <a:off x="22246" y="22988"/>
        <a:ext cx="8489908" cy="411223"/>
      </dsp:txXfrm>
    </dsp:sp>
  </dsp:spTree>
</dsp:drawing>
</file>

<file path=ppt/diagrams/drawing7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2D32438-4500-430D-9817-AE3B86A8DD86}">
      <dsp:nvSpPr>
        <dsp:cNvPr id="0" name=""/>
        <dsp:cNvSpPr/>
      </dsp:nvSpPr>
      <dsp:spPr>
        <a:xfrm>
          <a:off x="0" y="742"/>
          <a:ext cx="85344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RA Review Effort</a:t>
          </a:r>
          <a:endParaRPr lang="en-IN" sz="1900" kern="1200" dirty="0"/>
        </a:p>
      </dsp:txBody>
      <dsp:txXfrm>
        <a:off x="22246" y="22988"/>
        <a:ext cx="8489908" cy="411223"/>
      </dsp:txXfrm>
    </dsp:sp>
  </dsp:spTree>
</dsp:drawing>
</file>

<file path=ppt/diagrams/drawing7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996B28-FEE3-4CF4-A962-F7FFE0474A30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comparison for Cycle Time Cycle I and Cycle III</a:t>
          </a:r>
        </a:p>
      </dsp:txBody>
      <dsp:txXfrm>
        <a:off x="22246" y="22988"/>
        <a:ext cx="8872708" cy="411223"/>
      </dsp:txXfrm>
    </dsp:sp>
  </dsp:spTree>
</dsp:drawing>
</file>

<file path=ppt/diagrams/drawing7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FC16B1-06C6-4542-BE55-24AFAB756A56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Result of  Cycle Time and its X factors</a:t>
          </a:r>
        </a:p>
      </dsp:txBody>
      <dsp:txXfrm>
        <a:off x="22246" y="22988"/>
        <a:ext cx="8872708" cy="411223"/>
      </dsp:txXfrm>
    </dsp:sp>
  </dsp:spTree>
</dsp:drawing>
</file>

<file path=ppt/diagrams/drawing8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2403228-C42A-46AB-BE01-DC48FF21B0A3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Cycle Time Per FP</a:t>
          </a:r>
        </a:p>
      </dsp:txBody>
      <dsp:txXfrm>
        <a:off x="22246" y="22988"/>
        <a:ext cx="8872708" cy="411223"/>
      </dsp:txXfrm>
    </dsp:sp>
  </dsp:spTree>
</dsp:drawing>
</file>

<file path=ppt/diagrams/drawing8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14B03D-6257-4F13-8CC7-ED0B8CB8F1BD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Coding Effort </a:t>
          </a:r>
        </a:p>
      </dsp:txBody>
      <dsp:txXfrm>
        <a:off x="22246" y="22988"/>
        <a:ext cx="8872708" cy="411223"/>
      </dsp:txXfrm>
    </dsp:sp>
  </dsp:spTree>
</dsp:drawing>
</file>

<file path=ppt/diagrams/drawing8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20CDFE8-0DA1-4BCB-84C8-2E13E9A8984B}">
      <dsp:nvSpPr>
        <dsp:cNvPr id="0" name=""/>
        <dsp:cNvSpPr/>
      </dsp:nvSpPr>
      <dsp:spPr>
        <a:xfrm>
          <a:off x="0" y="742"/>
          <a:ext cx="89172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2 sample T test for Test Preparation Effort</a:t>
          </a:r>
        </a:p>
      </dsp:txBody>
      <dsp:txXfrm>
        <a:off x="22246" y="22988"/>
        <a:ext cx="8872708" cy="411223"/>
      </dsp:txXfrm>
    </dsp:sp>
  </dsp:spTree>
</dsp:drawing>
</file>

<file path=ppt/diagrams/drawing8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E842A8-4E56-43E5-97DA-8A34180103A6}">
      <dsp:nvSpPr>
        <dsp:cNvPr id="0" name=""/>
        <dsp:cNvSpPr/>
      </dsp:nvSpPr>
      <dsp:spPr>
        <a:xfrm>
          <a:off x="0" y="742"/>
          <a:ext cx="8763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of  EV (Y) and its X Factors for Cycle-III</a:t>
          </a:r>
          <a:endParaRPr lang="en-IN" sz="1900" kern="1200" dirty="0"/>
        </a:p>
      </dsp:txBody>
      <dsp:txXfrm>
        <a:off x="22246" y="22988"/>
        <a:ext cx="8718508" cy="411223"/>
      </dsp:txXfrm>
    </dsp:sp>
  </dsp:spTree>
</dsp:drawing>
</file>

<file path=ppt/diagrams/drawing8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CD6E191-39A5-4EC1-BC04-49F98082487A}">
      <dsp:nvSpPr>
        <dsp:cNvPr id="0" name=""/>
        <dsp:cNvSpPr/>
      </dsp:nvSpPr>
      <dsp:spPr>
        <a:xfrm>
          <a:off x="0" y="742"/>
          <a:ext cx="87630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Regression Equation For Cycle-III   Effort Variance</a:t>
          </a:r>
          <a:endParaRPr lang="en-IN" sz="1900" kern="1200" dirty="0"/>
        </a:p>
      </dsp:txBody>
      <dsp:txXfrm>
        <a:off x="22246" y="22988"/>
        <a:ext cx="8718508" cy="411223"/>
      </dsp:txXfrm>
    </dsp:sp>
  </dsp:spTree>
</dsp:drawing>
</file>

<file path=ppt/diagrams/drawing8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1433361-70CA-48D3-B458-2CA510FDF452}">
      <dsp:nvSpPr>
        <dsp:cNvPr id="0" name=""/>
        <dsp:cNvSpPr/>
      </dsp:nvSpPr>
      <dsp:spPr>
        <a:xfrm>
          <a:off x="0" y="4770"/>
          <a:ext cx="87630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What if Analysis (Target of Effort variance 5% and target of St. Dev is 3%)</a:t>
          </a:r>
          <a:br>
            <a:rPr lang="en-US" sz="1700" kern="1200" dirty="0"/>
          </a:br>
          <a:r>
            <a:rPr lang="en-IN" sz="1700" kern="1200" dirty="0"/>
            <a:t>EV_Cycle123 = 0.364 - 0.100 RA/FP_Cycle123 - 0.257 RA Review/FP_Cycle123</a:t>
          </a:r>
        </a:p>
      </dsp:txBody>
      <dsp:txXfrm>
        <a:off x="33012" y="37782"/>
        <a:ext cx="8696976" cy="610236"/>
      </dsp:txXfrm>
    </dsp:sp>
  </dsp:spTree>
</dsp:drawing>
</file>

<file path=ppt/diagrams/drawing8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040CED-27E5-44AD-BC1E-E4A98A94B080}">
      <dsp:nvSpPr>
        <dsp:cNvPr id="0" name=""/>
        <dsp:cNvSpPr/>
      </dsp:nvSpPr>
      <dsp:spPr>
        <a:xfrm>
          <a:off x="0" y="2864"/>
          <a:ext cx="8229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Effort variance reduction methodology</a:t>
          </a:r>
          <a:endParaRPr lang="en-IN" sz="2200" kern="1200" dirty="0"/>
        </a:p>
      </dsp:txBody>
      <dsp:txXfrm>
        <a:off x="25759" y="28623"/>
        <a:ext cx="8178082" cy="476152"/>
      </dsp:txXfrm>
    </dsp:sp>
  </dsp:spTree>
</dsp:drawing>
</file>

<file path=ppt/diagrams/drawing8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F2A4D3A-4963-4437-973F-F186F38353D8}">
      <dsp:nvSpPr>
        <dsp:cNvPr id="0" name=""/>
        <dsp:cNvSpPr/>
      </dsp:nvSpPr>
      <dsp:spPr>
        <a:xfrm>
          <a:off x="0" y="742"/>
          <a:ext cx="8686800" cy="45571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Data of Cycle Time(Y) and its X Factors For Cycle-III</a:t>
          </a:r>
          <a:endParaRPr lang="en-IN" sz="1900" kern="1200" dirty="0"/>
        </a:p>
      </dsp:txBody>
      <dsp:txXfrm>
        <a:off x="22246" y="22988"/>
        <a:ext cx="8642308" cy="411223"/>
      </dsp:txXfrm>
    </dsp:sp>
  </dsp:spTree>
</dsp:drawing>
</file>

<file path=ppt/diagrams/drawing8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0FAF8E-5A82-4669-85DF-DD12C5049701}">
      <dsp:nvSpPr>
        <dsp:cNvPr id="0" name=""/>
        <dsp:cNvSpPr/>
      </dsp:nvSpPr>
      <dsp:spPr>
        <a:xfrm>
          <a:off x="0" y="5953"/>
          <a:ext cx="8610600" cy="55165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7630" tIns="87630" rIns="87630" bIns="87630" numCol="1" spcCol="1270" anchor="ctr" anchorCtr="0">
          <a:noAutofit/>
        </a:bodyPr>
        <a:lstStyle/>
        <a:p>
          <a:pPr marL="0" lvl="0" indent="0" algn="ctr" defTabSz="10223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 dirty="0"/>
            <a:t>Regression Equation For Cycle-III  Cycle Time</a:t>
          </a:r>
          <a:endParaRPr lang="en-IN" sz="2300" kern="1200" dirty="0"/>
        </a:p>
      </dsp:txBody>
      <dsp:txXfrm>
        <a:off x="26930" y="32883"/>
        <a:ext cx="8556740" cy="497795"/>
      </dsp:txXfrm>
    </dsp:sp>
  </dsp:spTree>
</dsp:drawing>
</file>

<file path=ppt/diagrams/drawing8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64AB587-7325-4532-9FCA-ACD087AFB09C}">
      <dsp:nvSpPr>
        <dsp:cNvPr id="0" name=""/>
        <dsp:cNvSpPr/>
      </dsp:nvSpPr>
      <dsp:spPr>
        <a:xfrm>
          <a:off x="0" y="4770"/>
          <a:ext cx="8763000" cy="6762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What if Analysis (Target of Cycle Time)</a:t>
          </a:r>
          <a:br>
            <a:rPr lang="en-US" sz="1700" kern="1200" dirty="0"/>
          </a:br>
          <a:r>
            <a:rPr lang="en-IN" sz="1700" kern="1200" dirty="0"/>
            <a:t>Cycle Time(Hours)/FP_B123 = 21.0 - 1.68 Coding Rate_B123 - 6.97 Test Preparation/FP_B123</a:t>
          </a:r>
          <a:endParaRPr lang="en-US" sz="1700" kern="1200" dirty="0"/>
        </a:p>
      </dsp:txBody>
      <dsp:txXfrm>
        <a:off x="33012" y="37782"/>
        <a:ext cx="8696976" cy="610236"/>
      </dsp:txXfrm>
    </dsp:sp>
  </dsp:spTree>
</dsp:drawing>
</file>

<file path=ppt/diagrams/drawing9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4B9ED-9FF1-4256-B358-3A6568D81EBB}">
      <dsp:nvSpPr>
        <dsp:cNvPr id="0" name=""/>
        <dsp:cNvSpPr/>
      </dsp:nvSpPr>
      <dsp:spPr>
        <a:xfrm>
          <a:off x="0" y="2864"/>
          <a:ext cx="8610600" cy="52767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marL="0" lvl="0" indent="0" algn="ctr" defTabSz="9779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 dirty="0"/>
            <a:t>Cycle Time Reduction Methodology</a:t>
          </a:r>
          <a:endParaRPr lang="en-IN" sz="2200" kern="1200" dirty="0"/>
        </a:p>
      </dsp:txBody>
      <dsp:txXfrm>
        <a:off x="25759" y="28623"/>
        <a:ext cx="8559082" cy="47615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3BD125-157C-4031-A493-39C19F01DCEB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B19356-A5D3-401B-9C8B-9AD5159BF46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9121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3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86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Cycle time to have equation with review rate ( review</a:t>
            </a:r>
            <a:r>
              <a:rPr lang="en-US" baseline="0" dirty="0"/>
              <a:t> defects / time taken for review ) and RA effort. EV 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((Actual Effort - Plan Effort)/Plan Effort)*100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254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Normal </a:t>
            </a:r>
            <a:r>
              <a:rPr lang="en-US" i="1" dirty="0"/>
              <a:t>Probability Plots</a:t>
            </a:r>
            <a:r>
              <a:rPr lang="en-US" dirty="0"/>
              <a:t> and Tests for Normality. Normal </a:t>
            </a:r>
            <a:r>
              <a:rPr lang="en-US" i="1" dirty="0"/>
              <a:t>probability plots</a:t>
            </a:r>
            <a:r>
              <a:rPr lang="en-US" dirty="0"/>
              <a:t> are often used as an informal means of assessing the non-normality of a set of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554912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04768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EV ((Actual Effort - Plan Effort)/Plan Effort)*100</a:t>
            </a:r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809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22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Coding effort=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(Code/size) </a:t>
            </a:r>
            <a:r>
              <a:rPr lang="en-IN" sz="1200" b="0" i="0" u="none" strike="noStrike" dirty="0" err="1">
                <a:solidFill>
                  <a:schemeClr val="tx1"/>
                </a:solidFill>
                <a:latin typeface="+mn-lt"/>
              </a:rPr>
              <a:t>Tp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=(TP+TCR)/Size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865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Cycle time to have equation with review rate ( review</a:t>
            </a:r>
            <a:r>
              <a:rPr lang="en-US" baseline="0" dirty="0"/>
              <a:t> defects / time taken for review ) and RA effort. 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EV ((Actual Effort - Plan Effort)/Plan Effort)*100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072540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EV=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((Actual Effort - Plan Effort)/Plan Effort)*100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49</a:t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 err="1"/>
              <a:t>Ev</a:t>
            </a:r>
            <a:r>
              <a:rPr lang="en-US" dirty="0"/>
              <a:t>=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((Actual Effort - Plan Effort)/Plan Effort)*100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86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846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9986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RA</a:t>
            </a:r>
            <a:r>
              <a:rPr lang="en-IN" baseline="0" dirty="0"/>
              <a:t> Effort /FP =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(RA/Size) RAR=RAR/Size </a:t>
            </a:r>
            <a:r>
              <a:rPr lang="en-IN" sz="1200" b="0" i="0" u="none" strike="noStrike" dirty="0" err="1">
                <a:solidFill>
                  <a:schemeClr val="tx1"/>
                </a:solidFill>
                <a:latin typeface="+mn-lt"/>
              </a:rPr>
              <a:t>perfp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= Code/Size </a:t>
            </a:r>
            <a:r>
              <a:rPr lang="en-IN" sz="1200" b="0" i="0" u="none" strike="noStrike" dirty="0" err="1">
                <a:solidFill>
                  <a:schemeClr val="tx1"/>
                </a:solidFill>
                <a:latin typeface="+mn-lt"/>
              </a:rPr>
              <a:t>Tpeffort</a:t>
            </a:r>
            <a:r>
              <a:rPr lang="en-IN" sz="1200" b="0" i="0" u="none" strike="noStrike" dirty="0">
                <a:solidFill>
                  <a:schemeClr val="tx1"/>
                </a:solidFill>
                <a:latin typeface="+mn-lt"/>
              </a:rPr>
              <a:t>=TP+TCR/size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81</a:t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EV ((Actual Effort - Plan Effort)/Plan Effort)*100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97</a:t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7786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82900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BB19356-A5D3-401B-9C8B-9AD5159BF468}" type="slidenum">
              <a:rPr lang="en-US" smtClean="0"/>
              <a:pPr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61584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2F53BA-E08D-4DEC-B93D-04F2C828511F}" type="datetimeFigureOut">
              <a:rPr lang="en-US" smtClean="0"/>
              <a:pPr/>
              <a:t>9/12/2016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04408A-780C-4B93-9390-8620EDF7CC4D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.xml"/><Relationship Id="rId3" Type="http://schemas.openxmlformats.org/officeDocument/2006/relationships/image" Target="../media/image2.png"/><Relationship Id="rId7" Type="http://schemas.openxmlformats.org/officeDocument/2006/relationships/diagramColors" Target="../diagrams/colors5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diagramQuickStyle" Target="../diagrams/quickStyle5.xml"/><Relationship Id="rId5" Type="http://schemas.openxmlformats.org/officeDocument/2006/relationships/diagramLayout" Target="../diagrams/layout5.xml"/><Relationship Id="rId4" Type="http://schemas.openxmlformats.org/officeDocument/2006/relationships/diagramData" Target="../diagrams/data5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7" Type="http://schemas.openxmlformats.org/officeDocument/2006/relationships/image" Target="../media/image4.png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7" Type="http://schemas.openxmlformats.org/officeDocument/2006/relationships/image" Target="../media/image5.png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7" Type="http://schemas.openxmlformats.org/officeDocument/2006/relationships/image" Target="../media/image6.emf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7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8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7" Type="http://schemas.openxmlformats.org/officeDocument/2006/relationships/image" Target="../media/image9.png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7" Type="http://schemas.openxmlformats.org/officeDocument/2006/relationships/image" Target="../media/image10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4.xml"/><Relationship Id="rId7" Type="http://schemas.openxmlformats.org/officeDocument/2006/relationships/image" Target="../media/image11.png"/><Relationship Id="rId2" Type="http://schemas.openxmlformats.org/officeDocument/2006/relationships/diagramData" Target="../diagrams/data1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4.xml"/><Relationship Id="rId5" Type="http://schemas.openxmlformats.org/officeDocument/2006/relationships/diagramColors" Target="../diagrams/colors14.xml"/><Relationship Id="rId4" Type="http://schemas.openxmlformats.org/officeDocument/2006/relationships/diagramQuickStyle" Target="../diagrams/quickStyle1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7" Type="http://schemas.openxmlformats.org/officeDocument/2006/relationships/image" Target="../media/image12.png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8.xml"/><Relationship Id="rId7" Type="http://schemas.microsoft.com/office/2007/relationships/diagramDrawing" Target="../diagrams/drawing18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8.xml"/><Relationship Id="rId5" Type="http://schemas.openxmlformats.org/officeDocument/2006/relationships/diagramQuickStyle" Target="../diagrams/quickStyle18.xml"/><Relationship Id="rId4" Type="http://schemas.openxmlformats.org/officeDocument/2006/relationships/diagramLayout" Target="../diagrams/layout1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9.xml"/><Relationship Id="rId2" Type="http://schemas.openxmlformats.org/officeDocument/2006/relationships/diagramData" Target="../diagrams/data1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9.xml"/><Relationship Id="rId5" Type="http://schemas.openxmlformats.org/officeDocument/2006/relationships/diagramColors" Target="../diagrams/colors19.xml"/><Relationship Id="rId4" Type="http://schemas.openxmlformats.org/officeDocument/2006/relationships/diagramQuickStyle" Target="../diagrams/quickStyle19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0.xml"/><Relationship Id="rId7" Type="http://schemas.microsoft.com/office/2007/relationships/diagramDrawing" Target="../diagrams/drawing20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0.xml"/><Relationship Id="rId5" Type="http://schemas.openxmlformats.org/officeDocument/2006/relationships/diagramQuickStyle" Target="../diagrams/quickStyle20.xml"/><Relationship Id="rId4" Type="http://schemas.openxmlformats.org/officeDocument/2006/relationships/diagramLayout" Target="../diagrams/layout20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1.xml"/><Relationship Id="rId2" Type="http://schemas.openxmlformats.org/officeDocument/2006/relationships/diagramData" Target="../diagrams/data2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1.xml"/><Relationship Id="rId5" Type="http://schemas.openxmlformats.org/officeDocument/2006/relationships/diagramColors" Target="../diagrams/colors21.xml"/><Relationship Id="rId4" Type="http://schemas.openxmlformats.org/officeDocument/2006/relationships/diagramQuickStyle" Target="../diagrams/quickStyle2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2.xml"/><Relationship Id="rId2" Type="http://schemas.openxmlformats.org/officeDocument/2006/relationships/diagramData" Target="../diagrams/data2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2.xml"/><Relationship Id="rId5" Type="http://schemas.openxmlformats.org/officeDocument/2006/relationships/diagramColors" Target="../diagrams/colors22.xml"/><Relationship Id="rId4" Type="http://schemas.openxmlformats.org/officeDocument/2006/relationships/diagramQuickStyle" Target="../diagrams/quickStyle2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3.xml"/><Relationship Id="rId2" Type="http://schemas.openxmlformats.org/officeDocument/2006/relationships/diagramData" Target="../diagrams/data2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3.xml"/><Relationship Id="rId5" Type="http://schemas.openxmlformats.org/officeDocument/2006/relationships/diagramColors" Target="../diagrams/colors23.xml"/><Relationship Id="rId4" Type="http://schemas.openxmlformats.org/officeDocument/2006/relationships/diagramQuickStyle" Target="../diagrams/quickStyle2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4.xml"/><Relationship Id="rId7" Type="http://schemas.microsoft.com/office/2007/relationships/diagramDrawing" Target="../diagrams/drawing24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4.xml"/><Relationship Id="rId5" Type="http://schemas.openxmlformats.org/officeDocument/2006/relationships/diagramQuickStyle" Target="../diagrams/quickStyle24.xml"/><Relationship Id="rId4" Type="http://schemas.openxmlformats.org/officeDocument/2006/relationships/diagramLayout" Target="../diagrams/layout24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5.xml"/><Relationship Id="rId7" Type="http://schemas.microsoft.com/office/2007/relationships/diagramDrawing" Target="../diagrams/drawing25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25.xml"/><Relationship Id="rId5" Type="http://schemas.openxmlformats.org/officeDocument/2006/relationships/diagramQuickStyle" Target="../diagrams/quickStyle25.xml"/><Relationship Id="rId4" Type="http://schemas.openxmlformats.org/officeDocument/2006/relationships/diagramLayout" Target="../diagrams/layout2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6.xml"/><Relationship Id="rId2" Type="http://schemas.openxmlformats.org/officeDocument/2006/relationships/diagramData" Target="../diagrams/data2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6.xml"/><Relationship Id="rId5" Type="http://schemas.openxmlformats.org/officeDocument/2006/relationships/diagramColors" Target="../diagrams/colors26.xml"/><Relationship Id="rId4" Type="http://schemas.openxmlformats.org/officeDocument/2006/relationships/diagramQuickStyle" Target="../diagrams/quickStyle26.xml"/></Relationships>
</file>

<file path=ppt/slides/_rels/slide3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7.xml"/><Relationship Id="rId3" Type="http://schemas.openxmlformats.org/officeDocument/2006/relationships/notesSlide" Target="../notesSlides/notesSlide11.xml"/><Relationship Id="rId7" Type="http://schemas.openxmlformats.org/officeDocument/2006/relationships/diagramColors" Target="../diagrams/colors27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6" Type="http://schemas.openxmlformats.org/officeDocument/2006/relationships/diagramQuickStyle" Target="../diagrams/quickStyle27.xml"/><Relationship Id="rId5" Type="http://schemas.openxmlformats.org/officeDocument/2006/relationships/diagramLayout" Target="../diagrams/layout27.xml"/><Relationship Id="rId4" Type="http://schemas.openxmlformats.org/officeDocument/2006/relationships/diagramData" Target="../diagrams/data2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8.xml"/><Relationship Id="rId2" Type="http://schemas.openxmlformats.org/officeDocument/2006/relationships/diagramData" Target="../diagrams/data2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8.xml"/><Relationship Id="rId5" Type="http://schemas.openxmlformats.org/officeDocument/2006/relationships/diagramColors" Target="../diagrams/colors28.xml"/><Relationship Id="rId4" Type="http://schemas.openxmlformats.org/officeDocument/2006/relationships/diagramQuickStyle" Target="../diagrams/quickStyle28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9.xml"/><Relationship Id="rId7" Type="http://schemas.openxmlformats.org/officeDocument/2006/relationships/image" Target="../media/image13.png"/><Relationship Id="rId2" Type="http://schemas.openxmlformats.org/officeDocument/2006/relationships/diagramData" Target="../diagrams/data2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9.xml"/><Relationship Id="rId5" Type="http://schemas.openxmlformats.org/officeDocument/2006/relationships/diagramColors" Target="../diagrams/colors29.xml"/><Relationship Id="rId4" Type="http://schemas.openxmlformats.org/officeDocument/2006/relationships/diagramQuickStyle" Target="../diagrams/quickStyle29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0.xml"/><Relationship Id="rId7" Type="http://schemas.openxmlformats.org/officeDocument/2006/relationships/image" Target="../media/image14.png"/><Relationship Id="rId2" Type="http://schemas.openxmlformats.org/officeDocument/2006/relationships/diagramData" Target="../diagrams/data3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0.xml"/><Relationship Id="rId5" Type="http://schemas.openxmlformats.org/officeDocument/2006/relationships/diagramColors" Target="../diagrams/colors30.xml"/><Relationship Id="rId4" Type="http://schemas.openxmlformats.org/officeDocument/2006/relationships/diagramQuickStyle" Target="../diagrams/quickStyle30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1.xml"/><Relationship Id="rId7" Type="http://schemas.openxmlformats.org/officeDocument/2006/relationships/image" Target="../media/image15.png"/><Relationship Id="rId2" Type="http://schemas.openxmlformats.org/officeDocument/2006/relationships/diagramData" Target="../diagrams/data3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1.xml"/><Relationship Id="rId5" Type="http://schemas.openxmlformats.org/officeDocument/2006/relationships/diagramColors" Target="../diagrams/colors31.xml"/><Relationship Id="rId4" Type="http://schemas.openxmlformats.org/officeDocument/2006/relationships/diagramQuickStyle" Target="../diagrams/quickStyle3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diagramData" Target="../diagrams/data32.xml"/><Relationship Id="rId7" Type="http://schemas.microsoft.com/office/2007/relationships/diagramDrawing" Target="../diagrams/drawing3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6" Type="http://schemas.openxmlformats.org/officeDocument/2006/relationships/diagramColors" Target="../diagrams/colors32.xml"/><Relationship Id="rId5" Type="http://schemas.openxmlformats.org/officeDocument/2006/relationships/diagramQuickStyle" Target="../diagrams/quickStyle32.xml"/><Relationship Id="rId4" Type="http://schemas.openxmlformats.org/officeDocument/2006/relationships/diagramLayout" Target="../diagrams/layout3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3.xml"/><Relationship Id="rId7" Type="http://schemas.openxmlformats.org/officeDocument/2006/relationships/image" Target="../media/image17.png"/><Relationship Id="rId2" Type="http://schemas.openxmlformats.org/officeDocument/2006/relationships/diagramData" Target="../diagrams/data3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3.xml"/><Relationship Id="rId5" Type="http://schemas.openxmlformats.org/officeDocument/2006/relationships/diagramColors" Target="../diagrams/colors33.xml"/><Relationship Id="rId4" Type="http://schemas.openxmlformats.org/officeDocument/2006/relationships/diagramQuickStyle" Target="../diagrams/quickStyle33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4.xml"/><Relationship Id="rId7" Type="http://schemas.openxmlformats.org/officeDocument/2006/relationships/image" Target="../media/image18.png"/><Relationship Id="rId2" Type="http://schemas.openxmlformats.org/officeDocument/2006/relationships/diagramData" Target="../diagrams/data3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4.xml"/><Relationship Id="rId5" Type="http://schemas.openxmlformats.org/officeDocument/2006/relationships/diagramColors" Target="../diagrams/colors34.xml"/><Relationship Id="rId4" Type="http://schemas.openxmlformats.org/officeDocument/2006/relationships/diagramQuickStyle" Target="../diagrams/quickStyle34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5.xml"/><Relationship Id="rId7" Type="http://schemas.openxmlformats.org/officeDocument/2006/relationships/image" Target="../media/image22.png"/><Relationship Id="rId2" Type="http://schemas.openxmlformats.org/officeDocument/2006/relationships/diagramData" Target="../diagrams/data3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5.xml"/><Relationship Id="rId5" Type="http://schemas.openxmlformats.org/officeDocument/2006/relationships/diagramColors" Target="../diagrams/colors35.xml"/><Relationship Id="rId4" Type="http://schemas.openxmlformats.org/officeDocument/2006/relationships/diagramQuickStyle" Target="../diagrams/quickStyle35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6.xml"/><Relationship Id="rId7" Type="http://schemas.openxmlformats.org/officeDocument/2006/relationships/image" Target="../media/image23.png"/><Relationship Id="rId2" Type="http://schemas.openxmlformats.org/officeDocument/2006/relationships/diagramData" Target="../diagrams/data3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6.xml"/><Relationship Id="rId5" Type="http://schemas.openxmlformats.org/officeDocument/2006/relationships/diagramColors" Target="../diagrams/colors36.xml"/><Relationship Id="rId4" Type="http://schemas.openxmlformats.org/officeDocument/2006/relationships/diagramQuickStyle" Target="../diagrams/quickStyle3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7.xml"/><Relationship Id="rId7" Type="http://schemas.openxmlformats.org/officeDocument/2006/relationships/image" Target="../media/image24.png"/><Relationship Id="rId2" Type="http://schemas.openxmlformats.org/officeDocument/2006/relationships/diagramData" Target="../diagrams/data3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37.xml"/><Relationship Id="rId5" Type="http://schemas.openxmlformats.org/officeDocument/2006/relationships/diagramColors" Target="../diagrams/colors37.xml"/><Relationship Id="rId4" Type="http://schemas.openxmlformats.org/officeDocument/2006/relationships/diagramQuickStyle" Target="../diagrams/quickStyle3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8.xml"/><Relationship Id="rId7" Type="http://schemas.microsoft.com/office/2007/relationships/diagramDrawing" Target="../diagrams/drawing3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38.xml"/><Relationship Id="rId5" Type="http://schemas.openxmlformats.org/officeDocument/2006/relationships/diagramQuickStyle" Target="../diagrams/quickStyle38.xml"/><Relationship Id="rId4" Type="http://schemas.openxmlformats.org/officeDocument/2006/relationships/diagramLayout" Target="../diagrams/layout38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9.xml"/><Relationship Id="rId2" Type="http://schemas.openxmlformats.org/officeDocument/2006/relationships/diagramData" Target="../diagrams/data3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9.xml"/><Relationship Id="rId5" Type="http://schemas.openxmlformats.org/officeDocument/2006/relationships/diagramColors" Target="../diagrams/colors39.xml"/><Relationship Id="rId4" Type="http://schemas.openxmlformats.org/officeDocument/2006/relationships/diagramQuickStyle" Target="../diagrams/quickStyle39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0.xml"/><Relationship Id="rId2" Type="http://schemas.openxmlformats.org/officeDocument/2006/relationships/diagramData" Target="../diagrams/data4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0.xml"/><Relationship Id="rId5" Type="http://schemas.openxmlformats.org/officeDocument/2006/relationships/diagramColors" Target="../diagrams/colors40.xml"/><Relationship Id="rId4" Type="http://schemas.openxmlformats.org/officeDocument/2006/relationships/diagramQuickStyle" Target="../diagrams/quickStyle40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1.xml"/><Relationship Id="rId2" Type="http://schemas.openxmlformats.org/officeDocument/2006/relationships/diagramData" Target="../diagrams/data4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1.xml"/><Relationship Id="rId5" Type="http://schemas.openxmlformats.org/officeDocument/2006/relationships/diagramColors" Target="../diagrams/colors41.xml"/><Relationship Id="rId4" Type="http://schemas.openxmlformats.org/officeDocument/2006/relationships/diagramQuickStyle" Target="../diagrams/quickStyle41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2.xml"/><Relationship Id="rId2" Type="http://schemas.openxmlformats.org/officeDocument/2006/relationships/diagramData" Target="../diagrams/data4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2.xml"/><Relationship Id="rId5" Type="http://schemas.openxmlformats.org/officeDocument/2006/relationships/diagramColors" Target="../diagrams/colors42.xml"/><Relationship Id="rId4" Type="http://schemas.openxmlformats.org/officeDocument/2006/relationships/diagramQuickStyle" Target="../diagrams/quickStyle4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3.xml"/><Relationship Id="rId2" Type="http://schemas.openxmlformats.org/officeDocument/2006/relationships/diagramData" Target="../diagrams/data4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3.xml"/><Relationship Id="rId5" Type="http://schemas.openxmlformats.org/officeDocument/2006/relationships/diagramColors" Target="../diagrams/colors43.xml"/><Relationship Id="rId4" Type="http://schemas.openxmlformats.org/officeDocument/2006/relationships/diagramQuickStyle" Target="../diagrams/quickStyle43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4.xml"/><Relationship Id="rId2" Type="http://schemas.openxmlformats.org/officeDocument/2006/relationships/diagramData" Target="../diagrams/data4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4.xml"/><Relationship Id="rId5" Type="http://schemas.openxmlformats.org/officeDocument/2006/relationships/diagramColors" Target="../diagrams/colors44.xml"/><Relationship Id="rId4" Type="http://schemas.openxmlformats.org/officeDocument/2006/relationships/diagramQuickStyle" Target="../diagrams/quickStyle44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5.xml"/><Relationship Id="rId2" Type="http://schemas.openxmlformats.org/officeDocument/2006/relationships/diagramData" Target="../diagrams/data4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5.xml"/><Relationship Id="rId5" Type="http://schemas.openxmlformats.org/officeDocument/2006/relationships/diagramColors" Target="../diagrams/colors45.xml"/><Relationship Id="rId4" Type="http://schemas.openxmlformats.org/officeDocument/2006/relationships/diagramQuickStyle" Target="../diagrams/quickStyle45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6.xml"/><Relationship Id="rId2" Type="http://schemas.openxmlformats.org/officeDocument/2006/relationships/diagramData" Target="../diagrams/data4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6.xml"/><Relationship Id="rId5" Type="http://schemas.openxmlformats.org/officeDocument/2006/relationships/diagramColors" Target="../diagrams/colors46.xml"/><Relationship Id="rId4" Type="http://schemas.openxmlformats.org/officeDocument/2006/relationships/diagramQuickStyle" Target="../diagrams/quickStyle46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7.xml"/><Relationship Id="rId2" Type="http://schemas.openxmlformats.org/officeDocument/2006/relationships/diagramData" Target="../diagrams/data4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7.xml"/><Relationship Id="rId5" Type="http://schemas.openxmlformats.org/officeDocument/2006/relationships/diagramColors" Target="../diagrams/colors47.xml"/><Relationship Id="rId4" Type="http://schemas.openxmlformats.org/officeDocument/2006/relationships/diagramQuickStyle" Target="../diagrams/quickStyle4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emf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emf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8.xml"/><Relationship Id="rId7" Type="http://schemas.microsoft.com/office/2007/relationships/diagramDrawing" Target="../diagrams/drawing48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8.xml"/><Relationship Id="rId5" Type="http://schemas.openxmlformats.org/officeDocument/2006/relationships/diagramQuickStyle" Target="../diagrams/quickStyle48.xml"/><Relationship Id="rId4" Type="http://schemas.openxmlformats.org/officeDocument/2006/relationships/diagramLayout" Target="../diagrams/layout48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9.xml"/><Relationship Id="rId7" Type="http://schemas.microsoft.com/office/2007/relationships/diagramDrawing" Target="../diagrams/drawing49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49.xml"/><Relationship Id="rId5" Type="http://schemas.openxmlformats.org/officeDocument/2006/relationships/diagramQuickStyle" Target="../diagrams/quickStyle49.xml"/><Relationship Id="rId4" Type="http://schemas.openxmlformats.org/officeDocument/2006/relationships/diagramLayout" Target="../diagrams/layout49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0.xml"/><Relationship Id="rId2" Type="http://schemas.openxmlformats.org/officeDocument/2006/relationships/diagramData" Target="../diagrams/data5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50.xml"/><Relationship Id="rId5" Type="http://schemas.openxmlformats.org/officeDocument/2006/relationships/diagramColors" Target="../diagrams/colors50.xml"/><Relationship Id="rId4" Type="http://schemas.openxmlformats.org/officeDocument/2006/relationships/diagramQuickStyle" Target="../diagrams/quickStyle50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1.xml"/><Relationship Id="rId2" Type="http://schemas.openxmlformats.org/officeDocument/2006/relationships/diagramData" Target="../diagrams/data5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1.xml"/><Relationship Id="rId5" Type="http://schemas.openxmlformats.org/officeDocument/2006/relationships/diagramColors" Target="../diagrams/colors51.xml"/><Relationship Id="rId4" Type="http://schemas.openxmlformats.org/officeDocument/2006/relationships/diagramQuickStyle" Target="../diagrams/quickStyle51.xml"/></Relationships>
</file>

<file path=ppt/slides/_rels/slide70.xml.rels><?xml version="1.0" encoding="UTF-8" standalone="yes"?>
<Relationships xmlns="http://schemas.openxmlformats.org/package/2006/relationships"><Relationship Id="rId8" Type="http://schemas.microsoft.com/office/2007/relationships/diagramDrawing" Target="../diagrams/drawing52.xml"/><Relationship Id="rId3" Type="http://schemas.openxmlformats.org/officeDocument/2006/relationships/notesSlide" Target="../notesSlides/notesSlide15.xml"/><Relationship Id="rId7" Type="http://schemas.openxmlformats.org/officeDocument/2006/relationships/diagramColors" Target="../diagrams/colors52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4.xml"/><Relationship Id="rId6" Type="http://schemas.openxmlformats.org/officeDocument/2006/relationships/diagramQuickStyle" Target="../diagrams/quickStyle52.xml"/><Relationship Id="rId5" Type="http://schemas.openxmlformats.org/officeDocument/2006/relationships/diagramLayout" Target="../diagrams/layout52.xml"/><Relationship Id="rId4" Type="http://schemas.openxmlformats.org/officeDocument/2006/relationships/diagramData" Target="../diagrams/data5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3.xml"/><Relationship Id="rId7" Type="http://schemas.microsoft.com/office/2007/relationships/diagramDrawing" Target="../diagrams/drawing53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3.xml"/><Relationship Id="rId5" Type="http://schemas.openxmlformats.org/officeDocument/2006/relationships/diagramQuickStyle" Target="../diagrams/quickStyle53.xml"/><Relationship Id="rId4" Type="http://schemas.openxmlformats.org/officeDocument/2006/relationships/diagramLayout" Target="../diagrams/layout53.xml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4.xml"/><Relationship Id="rId7" Type="http://schemas.microsoft.com/office/2007/relationships/diagramDrawing" Target="../diagrams/drawing54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5.xml"/><Relationship Id="rId6" Type="http://schemas.openxmlformats.org/officeDocument/2006/relationships/diagramColors" Target="../diagrams/colors54.xml"/><Relationship Id="rId5" Type="http://schemas.openxmlformats.org/officeDocument/2006/relationships/diagramQuickStyle" Target="../diagrams/quickStyle54.xml"/><Relationship Id="rId4" Type="http://schemas.openxmlformats.org/officeDocument/2006/relationships/diagramLayout" Target="../diagrams/layout54.xml"/></Relationships>
</file>

<file path=ppt/slides/_rels/slide7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5.xml"/><Relationship Id="rId2" Type="http://schemas.openxmlformats.org/officeDocument/2006/relationships/diagramData" Target="../diagrams/data5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5.xml"/><Relationship Id="rId5" Type="http://schemas.openxmlformats.org/officeDocument/2006/relationships/diagramColors" Target="../diagrams/colors55.xml"/><Relationship Id="rId4" Type="http://schemas.openxmlformats.org/officeDocument/2006/relationships/diagramQuickStyle" Target="../diagrams/quickStyle55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6.xml"/><Relationship Id="rId7" Type="http://schemas.microsoft.com/office/2007/relationships/diagramDrawing" Target="../diagrams/drawing56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6.xml"/><Relationship Id="rId5" Type="http://schemas.openxmlformats.org/officeDocument/2006/relationships/diagramQuickStyle" Target="../diagrams/quickStyle56.xml"/><Relationship Id="rId4" Type="http://schemas.openxmlformats.org/officeDocument/2006/relationships/diagramLayout" Target="../diagrams/layout56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7.xml"/><Relationship Id="rId7" Type="http://schemas.microsoft.com/office/2007/relationships/diagramDrawing" Target="../diagrams/drawing57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6.xml"/><Relationship Id="rId6" Type="http://schemas.openxmlformats.org/officeDocument/2006/relationships/diagramColors" Target="../diagrams/colors57.xml"/><Relationship Id="rId5" Type="http://schemas.openxmlformats.org/officeDocument/2006/relationships/diagramQuickStyle" Target="../diagrams/quickStyle57.xml"/><Relationship Id="rId4" Type="http://schemas.openxmlformats.org/officeDocument/2006/relationships/diagramLayout" Target="../diagrams/layout57.xml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8.xml"/><Relationship Id="rId7" Type="http://schemas.microsoft.com/office/2007/relationships/diagramDrawing" Target="../diagrams/drawing58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8.xml"/><Relationship Id="rId5" Type="http://schemas.openxmlformats.org/officeDocument/2006/relationships/diagramQuickStyle" Target="../diagrams/quickStyle58.xml"/><Relationship Id="rId4" Type="http://schemas.openxmlformats.org/officeDocument/2006/relationships/diagramLayout" Target="../diagrams/layout58.xml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9.xml"/><Relationship Id="rId7" Type="http://schemas.microsoft.com/office/2007/relationships/diagramDrawing" Target="../diagrams/drawing59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59.xml"/><Relationship Id="rId5" Type="http://schemas.openxmlformats.org/officeDocument/2006/relationships/diagramQuickStyle" Target="../diagrams/quickStyle59.xml"/><Relationship Id="rId4" Type="http://schemas.openxmlformats.org/officeDocument/2006/relationships/diagramLayout" Target="../diagrams/layout59.xml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0.xml"/><Relationship Id="rId7" Type="http://schemas.microsoft.com/office/2007/relationships/diagramDrawing" Target="../diagrams/drawing60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60.xml"/><Relationship Id="rId5" Type="http://schemas.openxmlformats.org/officeDocument/2006/relationships/diagramQuickStyle" Target="../diagrams/quickStyle60.xml"/><Relationship Id="rId4" Type="http://schemas.openxmlformats.org/officeDocument/2006/relationships/diagramLayout" Target="../diagrams/layout60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1.xml"/><Relationship Id="rId7" Type="http://schemas.openxmlformats.org/officeDocument/2006/relationships/image" Target="../media/image28.png"/><Relationship Id="rId2" Type="http://schemas.openxmlformats.org/officeDocument/2006/relationships/diagramData" Target="../diagrams/data6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1.xml"/><Relationship Id="rId5" Type="http://schemas.openxmlformats.org/officeDocument/2006/relationships/diagramColors" Target="../diagrams/colors61.xml"/><Relationship Id="rId4" Type="http://schemas.openxmlformats.org/officeDocument/2006/relationships/diagramQuickStyle" Target="../diagrams/quickStyle61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2.xml"/><Relationship Id="rId7" Type="http://schemas.openxmlformats.org/officeDocument/2006/relationships/image" Target="../media/image29.png"/><Relationship Id="rId2" Type="http://schemas.openxmlformats.org/officeDocument/2006/relationships/diagramData" Target="../diagrams/data6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2.xml"/><Relationship Id="rId5" Type="http://schemas.openxmlformats.org/officeDocument/2006/relationships/diagramColors" Target="../diagrams/colors62.xml"/><Relationship Id="rId4" Type="http://schemas.openxmlformats.org/officeDocument/2006/relationships/diagramQuickStyle" Target="../diagrams/quickStyle6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3.xml"/><Relationship Id="rId7" Type="http://schemas.openxmlformats.org/officeDocument/2006/relationships/image" Target="../media/image30.png"/><Relationship Id="rId2" Type="http://schemas.openxmlformats.org/officeDocument/2006/relationships/diagramData" Target="../diagrams/data63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3.xml"/><Relationship Id="rId5" Type="http://schemas.openxmlformats.org/officeDocument/2006/relationships/diagramColors" Target="../diagrams/colors63.xml"/><Relationship Id="rId4" Type="http://schemas.openxmlformats.org/officeDocument/2006/relationships/diagramQuickStyle" Target="../diagrams/quickStyle6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4.xml"/><Relationship Id="rId7" Type="http://schemas.openxmlformats.org/officeDocument/2006/relationships/image" Target="../media/image31.png"/><Relationship Id="rId2" Type="http://schemas.openxmlformats.org/officeDocument/2006/relationships/diagramData" Target="../diagrams/data6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4.xml"/><Relationship Id="rId5" Type="http://schemas.openxmlformats.org/officeDocument/2006/relationships/diagramColors" Target="../diagrams/colors64.xml"/><Relationship Id="rId4" Type="http://schemas.openxmlformats.org/officeDocument/2006/relationships/diagramQuickStyle" Target="../diagrams/quickStyle64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5.xml"/><Relationship Id="rId7" Type="http://schemas.openxmlformats.org/officeDocument/2006/relationships/image" Target="../media/image32.png"/><Relationship Id="rId2" Type="http://schemas.openxmlformats.org/officeDocument/2006/relationships/diagramData" Target="../diagrams/data6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5.xml"/><Relationship Id="rId5" Type="http://schemas.openxmlformats.org/officeDocument/2006/relationships/diagramColors" Target="../diagrams/colors65.xml"/><Relationship Id="rId4" Type="http://schemas.openxmlformats.org/officeDocument/2006/relationships/diagramQuickStyle" Target="../diagrams/quickStyle65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6.xml"/><Relationship Id="rId7" Type="http://schemas.openxmlformats.org/officeDocument/2006/relationships/image" Target="../media/image33.png"/><Relationship Id="rId2" Type="http://schemas.openxmlformats.org/officeDocument/2006/relationships/diagramData" Target="../diagrams/data6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6.xml"/><Relationship Id="rId5" Type="http://schemas.openxmlformats.org/officeDocument/2006/relationships/diagramColors" Target="../diagrams/colors66.xml"/><Relationship Id="rId4" Type="http://schemas.openxmlformats.org/officeDocument/2006/relationships/diagramQuickStyle" Target="../diagrams/quickStyle66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7.xml"/><Relationship Id="rId7" Type="http://schemas.openxmlformats.org/officeDocument/2006/relationships/image" Target="../media/image34.png"/><Relationship Id="rId2" Type="http://schemas.openxmlformats.org/officeDocument/2006/relationships/diagramData" Target="../diagrams/data6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7.xml"/><Relationship Id="rId5" Type="http://schemas.openxmlformats.org/officeDocument/2006/relationships/diagramColors" Target="../diagrams/colors67.xml"/><Relationship Id="rId4" Type="http://schemas.openxmlformats.org/officeDocument/2006/relationships/diagramQuickStyle" Target="../diagrams/quickStyle67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8.xml"/><Relationship Id="rId7" Type="http://schemas.openxmlformats.org/officeDocument/2006/relationships/image" Target="../media/image35.png"/><Relationship Id="rId2" Type="http://schemas.openxmlformats.org/officeDocument/2006/relationships/diagramData" Target="../diagrams/data6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8.xml"/><Relationship Id="rId5" Type="http://schemas.openxmlformats.org/officeDocument/2006/relationships/diagramColors" Target="../diagrams/colors68.xml"/><Relationship Id="rId4" Type="http://schemas.openxmlformats.org/officeDocument/2006/relationships/diagramQuickStyle" Target="../diagrams/quickStyle68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9.xml"/><Relationship Id="rId7" Type="http://schemas.openxmlformats.org/officeDocument/2006/relationships/image" Target="../media/image36.png"/><Relationship Id="rId2" Type="http://schemas.openxmlformats.org/officeDocument/2006/relationships/diagramData" Target="../diagrams/data6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69.xml"/><Relationship Id="rId5" Type="http://schemas.openxmlformats.org/officeDocument/2006/relationships/diagramColors" Target="../diagrams/colors69.xml"/><Relationship Id="rId4" Type="http://schemas.openxmlformats.org/officeDocument/2006/relationships/diagramQuickStyle" Target="../diagrams/quickStyle69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0.xml"/><Relationship Id="rId7" Type="http://schemas.openxmlformats.org/officeDocument/2006/relationships/image" Target="../media/image37.png"/><Relationship Id="rId2" Type="http://schemas.openxmlformats.org/officeDocument/2006/relationships/diagramData" Target="../diagrams/data7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0.xml"/><Relationship Id="rId5" Type="http://schemas.openxmlformats.org/officeDocument/2006/relationships/diagramColors" Target="../diagrams/colors70.xml"/><Relationship Id="rId4" Type="http://schemas.openxmlformats.org/officeDocument/2006/relationships/diagramQuickStyle" Target="../diagrams/quickStyle70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1.xml"/><Relationship Id="rId7" Type="http://schemas.openxmlformats.org/officeDocument/2006/relationships/image" Target="../media/image38.png"/><Relationship Id="rId2" Type="http://schemas.openxmlformats.org/officeDocument/2006/relationships/diagramData" Target="../diagrams/data7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1.xml"/><Relationship Id="rId5" Type="http://schemas.openxmlformats.org/officeDocument/2006/relationships/diagramColors" Target="../diagrams/colors71.xml"/><Relationship Id="rId4" Type="http://schemas.openxmlformats.org/officeDocument/2006/relationships/diagramQuickStyle" Target="../diagrams/quickStyle71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2.xml"/><Relationship Id="rId7" Type="http://schemas.openxmlformats.org/officeDocument/2006/relationships/image" Target="../media/image39.png"/><Relationship Id="rId2" Type="http://schemas.openxmlformats.org/officeDocument/2006/relationships/diagramData" Target="../diagrams/data7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2.xml"/><Relationship Id="rId5" Type="http://schemas.openxmlformats.org/officeDocument/2006/relationships/diagramColors" Target="../diagrams/colors72.xml"/><Relationship Id="rId4" Type="http://schemas.openxmlformats.org/officeDocument/2006/relationships/diagramQuickStyle" Target="../diagrams/quickStyle72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3.xml"/><Relationship Id="rId7" Type="http://schemas.microsoft.com/office/2007/relationships/diagramDrawing" Target="../diagrams/drawing73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73.xml"/><Relationship Id="rId5" Type="http://schemas.openxmlformats.org/officeDocument/2006/relationships/diagramQuickStyle" Target="../diagrams/quickStyle73.xml"/><Relationship Id="rId4" Type="http://schemas.openxmlformats.org/officeDocument/2006/relationships/diagramLayout" Target="../diagrams/layout7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4.xml"/><Relationship Id="rId2" Type="http://schemas.openxmlformats.org/officeDocument/2006/relationships/diagramData" Target="../diagrams/data7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4.xml"/><Relationship Id="rId5" Type="http://schemas.openxmlformats.org/officeDocument/2006/relationships/diagramColors" Target="../diagrams/colors74.xml"/><Relationship Id="rId4" Type="http://schemas.openxmlformats.org/officeDocument/2006/relationships/diagramQuickStyle" Target="../diagrams/quickStyle74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5.xml"/><Relationship Id="rId2" Type="http://schemas.openxmlformats.org/officeDocument/2006/relationships/diagramData" Target="../diagrams/data7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5.xml"/><Relationship Id="rId5" Type="http://schemas.openxmlformats.org/officeDocument/2006/relationships/diagramColors" Target="../diagrams/colors75.xml"/><Relationship Id="rId4" Type="http://schemas.openxmlformats.org/officeDocument/2006/relationships/diagramQuickStyle" Target="../diagrams/quickStyle75.xml"/></Relationships>
</file>

<file path=ppt/slides/_rels/slide10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6.xml"/><Relationship Id="rId2" Type="http://schemas.openxmlformats.org/officeDocument/2006/relationships/diagramData" Target="../diagrams/data76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6.xml"/><Relationship Id="rId5" Type="http://schemas.openxmlformats.org/officeDocument/2006/relationships/diagramColors" Target="../diagrams/colors76.xml"/><Relationship Id="rId4" Type="http://schemas.openxmlformats.org/officeDocument/2006/relationships/diagramQuickStyle" Target="../diagrams/quickStyle76.xml"/></Relationships>
</file>

<file path=ppt/slides/_rels/slide10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7.xml"/><Relationship Id="rId2" Type="http://schemas.openxmlformats.org/officeDocument/2006/relationships/diagramData" Target="../diagrams/data77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7.xml"/><Relationship Id="rId5" Type="http://schemas.openxmlformats.org/officeDocument/2006/relationships/diagramColors" Target="../diagrams/colors77.xml"/><Relationship Id="rId4" Type="http://schemas.openxmlformats.org/officeDocument/2006/relationships/diagramQuickStyle" Target="../diagrams/quickStyle7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8.xml"/><Relationship Id="rId2" Type="http://schemas.openxmlformats.org/officeDocument/2006/relationships/diagramData" Target="../diagrams/data78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78.xml"/><Relationship Id="rId5" Type="http://schemas.openxmlformats.org/officeDocument/2006/relationships/diagramColors" Target="../diagrams/colors78.xml"/><Relationship Id="rId4" Type="http://schemas.openxmlformats.org/officeDocument/2006/relationships/diagramQuickStyle" Target="../diagrams/quickStyle78.xml"/></Relationships>
</file>

<file path=ppt/slides/_rels/slide10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9.xml"/><Relationship Id="rId2" Type="http://schemas.openxmlformats.org/officeDocument/2006/relationships/diagramData" Target="../diagrams/data7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9.xml"/><Relationship Id="rId5" Type="http://schemas.openxmlformats.org/officeDocument/2006/relationships/diagramColors" Target="../diagrams/colors79.xml"/><Relationship Id="rId4" Type="http://schemas.openxmlformats.org/officeDocument/2006/relationships/diagramQuickStyle" Target="../diagrams/quickStyle79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0.xml"/><Relationship Id="rId2" Type="http://schemas.openxmlformats.org/officeDocument/2006/relationships/diagramData" Target="../diagrams/data80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0.xml"/><Relationship Id="rId5" Type="http://schemas.openxmlformats.org/officeDocument/2006/relationships/diagramColors" Target="../diagrams/colors80.xml"/><Relationship Id="rId4" Type="http://schemas.openxmlformats.org/officeDocument/2006/relationships/diagramQuickStyle" Target="../diagrams/quickStyle80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1.xml"/><Relationship Id="rId2" Type="http://schemas.openxmlformats.org/officeDocument/2006/relationships/diagramData" Target="../diagrams/data8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1.xml"/><Relationship Id="rId5" Type="http://schemas.openxmlformats.org/officeDocument/2006/relationships/diagramColors" Target="../diagrams/colors81.xml"/><Relationship Id="rId4" Type="http://schemas.openxmlformats.org/officeDocument/2006/relationships/diagramQuickStyle" Target="../diagrams/quickStyle81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2.xml"/><Relationship Id="rId2" Type="http://schemas.openxmlformats.org/officeDocument/2006/relationships/diagramData" Target="../diagrams/data8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2.xml"/><Relationship Id="rId5" Type="http://schemas.openxmlformats.org/officeDocument/2006/relationships/diagramColors" Target="../diagrams/colors82.xml"/><Relationship Id="rId4" Type="http://schemas.openxmlformats.org/officeDocument/2006/relationships/diagramQuickStyle" Target="../diagrams/quickStyle82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9.xml.rels><?xml version="1.0" encoding="UTF-8" standalone="yes"?>
<Relationships xmlns="http://schemas.openxmlformats.org/package/2006/relationships"><Relationship Id="rId8" Type="http://schemas.microsoft.com/office/2007/relationships/diagramDrawing" Target="../diagrams/drawing83.xml"/><Relationship Id="rId3" Type="http://schemas.openxmlformats.org/officeDocument/2006/relationships/notesSlide" Target="../notesSlides/notesSlide22.xml"/><Relationship Id="rId7" Type="http://schemas.openxmlformats.org/officeDocument/2006/relationships/diagramColors" Target="../diagrams/colors83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7.xml"/><Relationship Id="rId6" Type="http://schemas.openxmlformats.org/officeDocument/2006/relationships/diagramQuickStyle" Target="../diagrams/quickStyle83.xml"/><Relationship Id="rId5" Type="http://schemas.openxmlformats.org/officeDocument/2006/relationships/diagramLayout" Target="../diagrams/layout83.xml"/><Relationship Id="rId4" Type="http://schemas.openxmlformats.org/officeDocument/2006/relationships/diagramData" Target="../diagrams/data83.xml"/></Relationships>
</file>

<file path=ppt/slides/_rels/slide1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4.xml"/><Relationship Id="rId7" Type="http://schemas.microsoft.com/office/2007/relationships/diagramDrawing" Target="../diagrams/drawing84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4.xml"/><Relationship Id="rId5" Type="http://schemas.openxmlformats.org/officeDocument/2006/relationships/diagramQuickStyle" Target="../diagrams/quickStyle84.xml"/><Relationship Id="rId4" Type="http://schemas.openxmlformats.org/officeDocument/2006/relationships/diagramLayout" Target="../diagrams/layout84.xml"/></Relationships>
</file>

<file path=ppt/slides/_rels/slide1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5.xml"/><Relationship Id="rId2" Type="http://schemas.openxmlformats.org/officeDocument/2006/relationships/diagramData" Target="../diagrams/data85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5.xml"/><Relationship Id="rId5" Type="http://schemas.openxmlformats.org/officeDocument/2006/relationships/diagramColors" Target="../diagrams/colors85.xml"/><Relationship Id="rId4" Type="http://schemas.openxmlformats.org/officeDocument/2006/relationships/diagramQuickStyle" Target="../diagrams/quickStyle85.xml"/></Relationships>
</file>

<file path=ppt/slides/_rels/slide1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6.xml"/><Relationship Id="rId2" Type="http://schemas.openxmlformats.org/officeDocument/2006/relationships/diagramData" Target="../diagrams/data8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6.xml"/><Relationship Id="rId5" Type="http://schemas.openxmlformats.org/officeDocument/2006/relationships/diagramColors" Target="../diagrams/colors86.xml"/><Relationship Id="rId4" Type="http://schemas.openxmlformats.org/officeDocument/2006/relationships/diagramQuickStyle" Target="../diagrams/quickStyle86.xml"/></Relationships>
</file>

<file path=ppt/slides/_rels/slide1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7.xml"/><Relationship Id="rId7" Type="http://schemas.microsoft.com/office/2007/relationships/diagramDrawing" Target="../diagrams/drawing87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7.xml"/><Relationship Id="rId5" Type="http://schemas.openxmlformats.org/officeDocument/2006/relationships/diagramQuickStyle" Target="../diagrams/quickStyle87.xml"/><Relationship Id="rId4" Type="http://schemas.openxmlformats.org/officeDocument/2006/relationships/diagramLayout" Target="../diagrams/layout87.xml"/></Relationships>
</file>

<file path=ppt/slides/_rels/slide1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8.xml"/><Relationship Id="rId7" Type="http://schemas.microsoft.com/office/2007/relationships/diagramDrawing" Target="../diagrams/drawing88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88.xml"/><Relationship Id="rId5" Type="http://schemas.openxmlformats.org/officeDocument/2006/relationships/diagramQuickStyle" Target="../diagrams/quickStyle88.xml"/><Relationship Id="rId4" Type="http://schemas.openxmlformats.org/officeDocument/2006/relationships/diagramLayout" Target="../diagrams/layout88.xml"/></Relationships>
</file>

<file path=ppt/slides/_rels/slide1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9.xml"/><Relationship Id="rId2" Type="http://schemas.openxmlformats.org/officeDocument/2006/relationships/diagramData" Target="../diagrams/data89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89.xml"/><Relationship Id="rId5" Type="http://schemas.openxmlformats.org/officeDocument/2006/relationships/diagramColors" Target="../diagrams/colors89.xml"/><Relationship Id="rId4" Type="http://schemas.openxmlformats.org/officeDocument/2006/relationships/diagramQuickStyle" Target="../diagrams/quickStyle89.xml"/></Relationships>
</file>

<file path=ppt/slides/_rels/slide1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0.xml"/><Relationship Id="rId2" Type="http://schemas.openxmlformats.org/officeDocument/2006/relationships/diagramData" Target="../diagrams/data9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0.xml"/><Relationship Id="rId5" Type="http://schemas.openxmlformats.org/officeDocument/2006/relationships/diagramColors" Target="../diagrams/colors90.xml"/><Relationship Id="rId4" Type="http://schemas.openxmlformats.org/officeDocument/2006/relationships/diagramQuickStyle" Target="../diagrams/quickStyle9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PMIS– Cycle-1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 Collection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762000"/>
          <a:ext cx="8762999" cy="5410196"/>
        </p:xfrm>
        <a:graphic>
          <a:graphicData uri="http://schemas.openxmlformats.org/drawingml/2006/table">
            <a:tbl>
              <a:tblPr/>
              <a:tblGrid>
                <a:gridCol w="15201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22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183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45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8124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5139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02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2826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6121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73574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023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72192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2973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6506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700215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Sprint Name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Size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Total Planned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Actual Start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Actual End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RA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Design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Design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CUT(Code and Unit Testing)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Code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TC Prep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Testing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Total Actual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76.16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21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52.36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22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05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28.59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29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06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76.16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25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0589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9.531429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27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28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 dirty="0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27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66.66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28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06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57.11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29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69.25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61.92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29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09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76.15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28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9.531429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03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28.56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06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57.13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04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52.39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05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52.39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10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52.39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03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11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1837">
                <a:tc>
                  <a:txBody>
                    <a:bodyPr/>
                    <a:lstStyle/>
                    <a:p>
                      <a:pPr algn="l" fontAlgn="b"/>
                      <a:r>
                        <a:rPr lang="en-IN" sz="600" b="0" i="0" u="none" strike="noStrike" dirty="0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 dirty="0">
                          <a:latin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152.32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15 April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>
                          <a:latin typeface="Arial"/>
                        </a:rPr>
                        <a:t>24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600" b="0" i="0" u="none" strike="noStrike" dirty="0">
                          <a:latin typeface="Arial"/>
                        </a:rPr>
                        <a:t>173.5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graphicFrame>
        <p:nvGraphicFramePr>
          <p:cNvPr id="4" name="Diagram 3"/>
          <p:cNvGraphicFramePr/>
          <p:nvPr/>
        </p:nvGraphicFramePr>
        <p:xfrm>
          <a:off x="152400" y="76200"/>
          <a:ext cx="8839200" cy="56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762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685803"/>
          <a:ext cx="8686800" cy="5638797"/>
        </p:xfrm>
        <a:graphic>
          <a:graphicData uri="http://schemas.openxmlformats.org/drawingml/2006/table">
            <a:tbl>
              <a:tblPr/>
              <a:tblGrid>
                <a:gridCol w="47206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55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106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980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+mn-lt"/>
                        </a:rPr>
                        <a:t>EV</a:t>
                      </a:r>
                      <a:endParaRPr lang="en-IN" sz="1400" b="0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Time(Hours)</a:t>
                      </a:r>
                      <a:r>
                        <a:rPr lang="en-IN" sz="1400" b="0" i="0" u="none" strike="noStrike" baseline="0" dirty="0">
                          <a:solidFill>
                            <a:schemeClr val="tx1"/>
                          </a:solidFill>
                          <a:latin typeface="Calibri"/>
                        </a:rPr>
                        <a:t> per </a:t>
                      </a: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0.1850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13.5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0.1507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0.2329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13.3333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0.0504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0.3377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0.1263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6.3846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0.2976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0.2126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9.3333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0.2435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7.3846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0.1425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9.25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0.4006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0.2080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10.6667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0.1453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7.2727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0.2407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0.1390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0.2140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9.1848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2.1091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0.4723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15.5121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49476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-0.0443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2.8575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152400"/>
          <a:ext cx="8839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811176"/>
          <a:ext cx="8839200" cy="5437224"/>
        </p:xfrm>
        <a:graphic>
          <a:graphicData uri="http://schemas.openxmlformats.org/drawingml/2006/table">
            <a:tbl>
              <a:tblPr/>
              <a:tblGrid>
                <a:gridCol w="30262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96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4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026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555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RA effort Per FP(RA/Size)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RA review effort Per FP(RAR/Size)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Coiding effort /Per FP (Code/size)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Test Preparation effort /Per FP (TP+TCR)/Size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3.625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3.81818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0.333333333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3.16667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0.3875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0.769230769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0.346153846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5.46154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0.76923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0.433333333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4.16667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1.08333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0.615384615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0.384615385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4.92308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1.30769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0.81667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4.81818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0.909090909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0.181818182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3.63636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0.90625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0.7800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0.2937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4.4198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0.8502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0.1235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0.6706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1.4748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0.6642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6.4316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1.5426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3714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0.0852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0.1578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8382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-0.2140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-0.0861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-0.781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52400" y="152400"/>
          <a:ext cx="88392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30050" name="Picture 2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838200"/>
            <a:ext cx="7429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7467600" y="990600"/>
            <a:ext cx="1524000" cy="4648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- 0.214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0.4723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(-0.0443)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 0.0861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pic>
        <p:nvPicPr>
          <p:cNvPr id="128001" name="Picture 1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" y="990600"/>
            <a:ext cx="7239000" cy="464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graphicFrame>
        <p:nvGraphicFramePr>
          <p:cNvPr id="5" name="Diagram 4"/>
          <p:cNvGraphicFramePr/>
          <p:nvPr/>
        </p:nvGraphicFramePr>
        <p:xfrm>
          <a:off x="152400" y="274638"/>
          <a:ext cx="8839200" cy="565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67600" y="1066800"/>
            <a:ext cx="1447800" cy="4800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-9.185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-2.109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-0.074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274638"/>
          <a:ext cx="87630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25953" name="Picture 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1066800"/>
            <a:ext cx="7200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67600" y="914400"/>
            <a:ext cx="1524000" cy="4800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= 9.185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=15.51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=2.86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2.109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2286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24929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914400"/>
            <a:ext cx="7200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" y="274638"/>
          <a:ext cx="86868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391400" y="1066800"/>
            <a:ext cx="1600200" cy="4724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0.7413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–0.1732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-0.064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381000" y="1066800"/>
            <a:ext cx="68580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228600" y="274638"/>
          <a:ext cx="86868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315200" y="990600"/>
            <a:ext cx="16002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- 0.7413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=1.1374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0.3451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0.1732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28600" y="999344"/>
            <a:ext cx="6941412" cy="50204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3810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467600" y="990600"/>
            <a:ext cx="1600200" cy="4800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0.2937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-0.1235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-0.051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 Normal </a:t>
            </a:r>
          </a:p>
        </p:txBody>
      </p:sp>
      <p:pic>
        <p:nvPicPr>
          <p:cNvPr id="121857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990600"/>
            <a:ext cx="7200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152400" y="274638"/>
          <a:ext cx="8839200" cy="33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391400" y="685800"/>
            <a:ext cx="1600200" cy="4800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- 0.2937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=0.6642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0.0768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Dev= 0.1235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pic>
        <p:nvPicPr>
          <p:cNvPr id="120833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200900" cy="480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2286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391400" y="914400"/>
            <a:ext cx="1600200" cy="4724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-4.420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Dev- 0.6706</a:t>
            </a:r>
          </a:p>
          <a:p>
            <a:r>
              <a:rPr lang="en-US" sz="1600" dirty="0">
                <a:solidFill>
                  <a:schemeClr val="bg1"/>
                </a:solidFill>
              </a:rPr>
              <a:t>P-Value –0.989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19809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914400"/>
            <a:ext cx="7086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685800"/>
            <a:ext cx="1524000" cy="4876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4.420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– 6.432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– 2.408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- 0.6706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" y="762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8785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685800"/>
            <a:ext cx="71628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274638"/>
          <a:ext cx="8686800" cy="3349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391400" y="762000"/>
            <a:ext cx="1600200" cy="4724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-0.8502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-0.2308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-0.502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17761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762000"/>
            <a:ext cx="7086600" cy="4724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6858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0.850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– 1.543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– 0.158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 </a:t>
            </a:r>
            <a:r>
              <a:rPr lang="en-IN" sz="1600" dirty="0">
                <a:solidFill>
                  <a:schemeClr val="bg1"/>
                </a:solidFill>
              </a:rPr>
              <a:t>0.2308 </a:t>
            </a:r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" y="152400"/>
          <a:ext cx="87630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16737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315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Target Setting Exercise for EV and Cycle Time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304800" y="228600"/>
          <a:ext cx="83820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itle 1"/>
          <p:cNvSpPr txBox="1">
            <a:spLocks/>
          </p:cNvSpPr>
          <p:nvPr/>
        </p:nvSpPr>
        <p:spPr>
          <a:xfrm>
            <a:off x="304800" y="4724400"/>
            <a:ext cx="49530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EV and its X factors  at organization level in Cycle-2(DEC)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800" y="762000"/>
          <a:ext cx="8381999" cy="3810005"/>
        </p:xfrm>
        <a:graphic>
          <a:graphicData uri="http://schemas.openxmlformats.org/drawingml/2006/table">
            <a:tbl>
              <a:tblPr/>
              <a:tblGrid>
                <a:gridCol w="3435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9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75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9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48201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RA effort Per FP(RA/Size)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 (RAR/Size)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 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0.1850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0.1507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0.2329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0.333333333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0.0504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0.3875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0.3377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0.1263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0.769230769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0.346153846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0.2976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0.2126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0.433333333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0.2435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0.615384615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0.384615385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0.1425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0.4006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0.2080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0.266666667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0.1453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0.2646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0.909090909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0.181818182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0.2407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0.227272727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0.1390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0.2937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0.1235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0.4723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1.4748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0.6642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532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-0.0443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-0.0768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04800" y="5105400"/>
          <a:ext cx="8305799" cy="914400"/>
        </p:xfrm>
        <a:graphic>
          <a:graphicData uri="http://schemas.openxmlformats.org/drawingml/2006/table">
            <a:tbl>
              <a:tblPr>
                <a:tableStyleId>{BC89EF96-8CEA-46FF-86C4-4CE0E7609802}</a:tableStyleId>
              </a:tblPr>
              <a:tblGrid>
                <a:gridCol w="25335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34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785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3718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endParaRPr lang="en-US" sz="1100" b="1" i="0" u="none" strike="noStrike" kern="1200" dirty="0">
                        <a:solidFill>
                          <a:schemeClr val="tx1"/>
                        </a:solidFill>
                        <a:latin typeface="Arial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/>
                        <a:t>EV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/>
                        <a:t>RA Effort  / FP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/>
                      <a:r>
                        <a:rPr lang="en-US" sz="1200" u="none" strike="noStrike" dirty="0"/>
                        <a:t>RA</a:t>
                      </a:r>
                      <a:r>
                        <a:rPr lang="en-US" sz="1200" u="none" strike="noStrike" baseline="0" dirty="0"/>
                        <a:t> Review effort</a:t>
                      </a:r>
                      <a:r>
                        <a:rPr lang="en-US" sz="1200" u="none" strike="noStrike" dirty="0"/>
                        <a:t> / FP</a:t>
                      </a:r>
                      <a:endParaRPr lang="en-US" sz="1200" b="1" i="0" u="none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 marL="0" marR="0" marT="0" marB="0" anchor="ctr"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2353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Average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latin typeface="Arial"/>
                        </a:rPr>
                        <a:t>0.068919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latin typeface="Arial"/>
                        </a:rPr>
                        <a:t>2.219713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latin typeface="Arial"/>
                        </a:rPr>
                        <a:t>0.645304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329">
                <a:tc>
                  <a:txBody>
                    <a:bodyPr/>
                    <a:lstStyle/>
                    <a:p>
                      <a:pPr marL="0" algn="ctr" defTabSz="914400" rtl="0" eaLnBrk="1" fontAlgn="b" latinLnBrk="0" hangingPunct="1"/>
                      <a:r>
                        <a:rPr lang="en-US" sz="1100" b="1" i="0" u="none" strike="noStrike" kern="1200" dirty="0">
                          <a:solidFill>
                            <a:schemeClr val="tx1"/>
                          </a:solidFill>
                          <a:latin typeface="Arial"/>
                          <a:ea typeface="+mn-ea"/>
                          <a:cs typeface="+mn-cs"/>
                        </a:rPr>
                        <a:t>Standard Deviation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>
                          <a:latin typeface="Arial"/>
                        </a:rPr>
                        <a:t>0.069156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latin typeface="Arial"/>
                        </a:rPr>
                        <a:t>0.790629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050" b="1" i="0" u="none" strike="noStrike" dirty="0">
                          <a:latin typeface="Arial"/>
                        </a:rPr>
                        <a:t>0.215455</a:t>
                      </a:r>
                    </a:p>
                  </a:txBody>
                  <a:tcPr marL="0" marR="0" marT="0" marB="0" anchor="ctr"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457200" y="274638"/>
          <a:ext cx="8229600" cy="56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457200" y="1143000"/>
            <a:ext cx="8229600" cy="5334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609600" y="2819400"/>
          <a:ext cx="8038920" cy="1586126"/>
        </p:xfrm>
        <a:graphic>
          <a:graphicData uri="http://schemas.openxmlformats.org/drawingml/2006/table">
            <a:tbl>
              <a:tblPr/>
              <a:tblGrid>
                <a:gridCol w="100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4901">
                <a:tc gridSpan="7"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4901"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162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latin typeface="Arial"/>
                        </a:rPr>
                        <a:t>The regression equation is provided</a:t>
                      </a:r>
                      <a:r>
                        <a:rPr lang="en-US" sz="1600" b="1" i="0" u="none" strike="noStrike" baseline="0" dirty="0">
                          <a:latin typeface="Arial"/>
                        </a:rPr>
                        <a:t> by SEPG Team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8162">
                <a:tc gridSpan="8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rial"/>
                        </a:rPr>
                        <a:t>EV_Cycle1 = 0.475 - 0.154 RA/FP_Cycle1 - 0.481 RA Review/FP_Cycle1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57200" y="4114800"/>
            <a:ext cx="8305800" cy="203132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Formula for calculating Probability =NORM.DIST(x, mean, standard_dev, cumulative)</a:t>
            </a:r>
          </a:p>
          <a:p>
            <a:r>
              <a:rPr lang="en-IN" dirty="0"/>
              <a:t>Here:</a:t>
            </a:r>
          </a:p>
          <a:p>
            <a:r>
              <a:rPr lang="en-IN" dirty="0"/>
              <a:t>X is target</a:t>
            </a:r>
          </a:p>
          <a:p>
            <a:r>
              <a:rPr lang="en-IN" dirty="0"/>
              <a:t>Mean is your EV Average</a:t>
            </a:r>
          </a:p>
          <a:p>
            <a:r>
              <a:rPr lang="en-IN" dirty="0"/>
              <a:t>Std. Deviation of Y Factor</a:t>
            </a:r>
          </a:p>
          <a:p>
            <a:r>
              <a:rPr lang="en-IN" dirty="0"/>
              <a:t>Cumulative is 1</a:t>
            </a:r>
          </a:p>
          <a:p>
            <a:endParaRPr lang="en-IN" dirty="0"/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7443424"/>
              </p:ext>
            </p:extLst>
          </p:nvPr>
        </p:nvGraphicFramePr>
        <p:xfrm>
          <a:off x="457201" y="1066800"/>
          <a:ext cx="8229600" cy="2743200"/>
        </p:xfrm>
        <a:graphic>
          <a:graphicData uri="http://schemas.openxmlformats.org/drawingml/2006/table">
            <a:tbl>
              <a:tblPr/>
              <a:tblGrid>
                <a:gridCol w="13036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036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036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36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1110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036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243936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Effort Variance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 for SD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0.2937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0.3000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28%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0.3500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solidFill>
                            <a:srgbClr val="000000"/>
                          </a:solidFill>
                          <a:latin typeface="Arial"/>
                        </a:rPr>
                        <a:t>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4816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solidFill>
                            <a:srgbClr val="000000"/>
                          </a:solidFill>
                          <a:latin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7" name="Diagram 6"/>
          <p:cNvGraphicFramePr/>
          <p:nvPr/>
        </p:nvGraphicFramePr>
        <p:xfrm>
          <a:off x="381000" y="152400"/>
          <a:ext cx="8305800" cy="76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ransition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74638"/>
          <a:ext cx="82296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14400"/>
            <a:ext cx="8229600" cy="4876800"/>
          </a:xfrm>
          <a:noFill/>
          <a:ln>
            <a:solidFill>
              <a:schemeClr val="accent1"/>
            </a:solidFill>
          </a:ln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To reduce effort variance from 21% to 15% with standard deviation 9% to 7%</a:t>
            </a:r>
          </a:p>
          <a:p>
            <a:r>
              <a:rPr lang="en-US" dirty="0"/>
              <a:t>RA Effort to increase from  .78 Hrs/FP to 1.1 Hrs/FP  with standard deviation  from 0.232  to .20 by </a:t>
            </a:r>
          </a:p>
          <a:p>
            <a:pPr lvl="1"/>
            <a:r>
              <a:rPr lang="en-US" dirty="0"/>
              <a:t>Introduce subject matter expert in requirement analysis at Onsite</a:t>
            </a:r>
          </a:p>
          <a:p>
            <a:pPr lvl="1"/>
            <a:r>
              <a:rPr lang="en-US" dirty="0"/>
              <a:t>By micro level analysis of requirement through smaller releases and their req. analysis</a:t>
            </a:r>
          </a:p>
          <a:p>
            <a:pPr lvl="1"/>
            <a:endParaRPr lang="en-US" dirty="0"/>
          </a:p>
          <a:p>
            <a:r>
              <a:rPr lang="en-US" dirty="0"/>
              <a:t>RA review effort to increase from .292 hrs/FP to .4 Hr/FP  with standard deviation From .123 to   .10 by</a:t>
            </a:r>
          </a:p>
          <a:p>
            <a:pPr lvl="1"/>
            <a:r>
              <a:rPr lang="en-US" dirty="0"/>
              <a:t>By doing sprint meeting with Manager including stakeholder for requirement review </a:t>
            </a:r>
          </a:p>
          <a:p>
            <a:pPr lvl="1"/>
            <a:r>
              <a:rPr lang="en-US" dirty="0"/>
              <a:t>Involving customer feedback in requirement review and document &amp; revise requirements as needed.</a:t>
            </a:r>
          </a:p>
          <a:p>
            <a:pPr lvl="1"/>
            <a:r>
              <a:rPr lang="en-US" dirty="0"/>
              <a:t>Requirements details clarified and validate with customer. 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" y="274638"/>
          <a:ext cx="85344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914400"/>
          <a:ext cx="8534400" cy="4468215"/>
        </p:xfrm>
        <a:graphic>
          <a:graphicData uri="http://schemas.openxmlformats.org/drawingml/2006/table">
            <a:tbl>
              <a:tblPr/>
              <a:tblGrid>
                <a:gridCol w="3497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4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5345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85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27735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Time(Hours)</a:t>
                      </a:r>
                      <a:r>
                        <a:rPr lang="en-IN" sz="1400" b="0" i="0" u="none" strike="noStrike" baseline="0" dirty="0">
                          <a:solidFill>
                            <a:schemeClr val="tx1"/>
                          </a:solidFill>
                          <a:latin typeface="Calibri"/>
                        </a:rPr>
                        <a:t> Per </a:t>
                      </a: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Coding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</a:t>
                      </a:r>
                      <a:r>
                        <a:rPr lang="en-IN" sz="1400" b="0" i="0" u="none" strike="noStrike" baseline="0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13.5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3.625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3.81818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13.3333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3.16667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latin typeface="Arial"/>
                        </a:rPr>
                        <a:t>0.66667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0.9375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6.3846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5.46154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0.76923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9.3333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4.16667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1.08333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7.3846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4.92308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1.30769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9.25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10.6667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4.33333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0.81667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7.2727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4.81818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3.63636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0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8.5625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4.5625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latin typeface="Arial"/>
                        </a:rPr>
                        <a:t>0.90625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9.1848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4.4198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0.8502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2.1091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0.6706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15.5121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6.4316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1.5426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3394">
                <a:tc>
                  <a:txBody>
                    <a:bodyPr/>
                    <a:lstStyle/>
                    <a:p>
                      <a:pPr algn="l" fontAlgn="b"/>
                      <a:r>
                        <a:rPr lang="en-IN" sz="12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2.8575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0.1578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457200" y="274638"/>
          <a:ext cx="8229600" cy="56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3"/>
          <p:cNvSpPr>
            <a:spLocks noGrp="1"/>
          </p:cNvSpPr>
          <p:nvPr>
            <p:ph idx="1"/>
          </p:nvPr>
        </p:nvSpPr>
        <p:spPr>
          <a:xfrm>
            <a:off x="533400" y="990600"/>
            <a:ext cx="8153400" cy="5410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762000" y="3248666"/>
          <a:ext cx="7620000" cy="866134"/>
        </p:xfrm>
        <a:graphic>
          <a:graphicData uri="http://schemas.openxmlformats.org/drawingml/2006/table">
            <a:tbl>
              <a:tblPr/>
              <a:tblGrid>
                <a:gridCol w="762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3306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latin typeface="Arial"/>
                        </a:rPr>
                        <a:t>The regression equation for Cycle time is Provided by SEPG Team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3067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latin typeface="Arial"/>
                        </a:rPr>
                        <a:t>Cycle Time(Hours)/FP = 21.8 - 2.12 Coding - 3.78 Test Preparation per FP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228600"/>
          <a:ext cx="8610600" cy="60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603969"/>
              </p:ext>
            </p:extLst>
          </p:nvPr>
        </p:nvGraphicFramePr>
        <p:xfrm>
          <a:off x="304800" y="1219200"/>
          <a:ext cx="8610599" cy="3175000"/>
        </p:xfrm>
        <a:graphic>
          <a:graphicData uri="http://schemas.openxmlformats.org/drawingml/2006/table">
            <a:tbl>
              <a:tblPr/>
              <a:tblGrid>
                <a:gridCol w="11339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90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0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12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99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998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Coding Effort/FP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Test Preparation Effort/FP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Mean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St. Dev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9.216315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4.4198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0.8502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1.84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80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8.646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22%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1146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7.3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44%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11854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6.332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457200"/>
          <a:ext cx="82296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endParaRPr lang="en-US" sz="2600" dirty="0"/>
          </a:p>
          <a:p>
            <a:r>
              <a:rPr lang="en-US" sz="2600" dirty="0"/>
              <a:t>To reduce Cycle Time from 9.18 Hrs./FP to 7 Hrs./FP with standard deviation 2.10 to 1.84</a:t>
            </a:r>
          </a:p>
          <a:p>
            <a:r>
              <a:rPr lang="en-US" sz="2800" dirty="0"/>
              <a:t>Coding efforts to Improved from 4.41Hrs/FP to 4.8Hrs/FP with standard deviation From .67 to  0.62 by</a:t>
            </a:r>
          </a:p>
          <a:p>
            <a:pPr lvl="1"/>
            <a:r>
              <a:rPr lang="en-US" sz="2000" dirty="0"/>
              <a:t>Create a reusable code.</a:t>
            </a:r>
          </a:p>
          <a:p>
            <a:pPr lvl="1"/>
            <a:r>
              <a:rPr lang="en-US" sz="2000" dirty="0"/>
              <a:t>By using root cause analysis of bugs</a:t>
            </a:r>
          </a:p>
          <a:p>
            <a:pPr lvl="1"/>
            <a:r>
              <a:rPr lang="en-US" sz="2000" dirty="0"/>
              <a:t>By including sprint information in deigned document. </a:t>
            </a:r>
          </a:p>
          <a:p>
            <a:r>
              <a:rPr lang="en-US" sz="2600" dirty="0"/>
              <a:t>Test Preparation efforts to Improved  from 0.85hrs/FP to 1.4 Hr/FP  with standard deviation  By .23 to .20 by</a:t>
            </a:r>
          </a:p>
          <a:p>
            <a:pPr lvl="1"/>
            <a:r>
              <a:rPr lang="en-US" sz="2000" dirty="0"/>
              <a:t>Preparing more test cases</a:t>
            </a:r>
          </a:p>
          <a:p>
            <a:pPr lvl="1"/>
            <a:r>
              <a:rPr lang="en-US" sz="2000" dirty="0"/>
              <a:t>Break user requirements into use cases in the SRS</a:t>
            </a:r>
          </a:p>
          <a:p>
            <a:pPr lvl="1"/>
            <a:r>
              <a:rPr lang="en-US" sz="2000" dirty="0"/>
              <a:t>By adopting previous project  knowledge which help them to reduce test case preparation effort and reduced time on testing.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852271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PMIS – Cycle II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274638"/>
          <a:ext cx="86868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838200"/>
          <a:ext cx="8610600" cy="5562601"/>
        </p:xfrm>
        <a:graphic>
          <a:graphicData uri="http://schemas.openxmlformats.org/drawingml/2006/table">
            <a:tbl>
              <a:tblPr/>
              <a:tblGrid>
                <a:gridCol w="18578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26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260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6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4653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753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5244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1851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11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090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52446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63757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41134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8512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952089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Size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Total Planned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Actual Start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Actual End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RA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Design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Design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CUT(Code and Unit Testing)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Code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TC Prep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Testing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Total Actual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06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10 May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38.07571429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16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28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23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8.75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28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24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8.75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9.531428571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24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57.12857143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27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61.5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47.59714286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14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0.2917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50.85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19.06285714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28.56285714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24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28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27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83216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23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83216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23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2320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0" i="0" u="none" strike="noStrike" dirty="0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9.53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20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22 June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0" i="0" u="none" strike="noStrike" dirty="0">
                          <a:latin typeface="Arial"/>
                        </a:rPr>
                        <a:t>10.75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 Analysis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274638"/>
          <a:ext cx="85344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762000"/>
          <a:ext cx="8534401" cy="4419595"/>
        </p:xfrm>
        <a:graphic>
          <a:graphicData uri="http://schemas.openxmlformats.org/drawingml/2006/table">
            <a:tbl>
              <a:tblPr/>
              <a:tblGrid>
                <a:gridCol w="48295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24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24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6063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Time(Hours)/FP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 dirty="0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0.063670131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0.077084741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0.137506568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7.75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0.11649028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0.029798094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0.169030999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7.5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0.143585132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0.07651913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4.8333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0.068341437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3.3333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0.069203633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0.182928657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0.1063319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0.1033551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0.12962546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50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0.024544022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5078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0.063949561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0.128016789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6.1746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1.2264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0.2249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9.8538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0383"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2.4954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274638"/>
          <a:ext cx="86106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04800" y="838200"/>
          <a:ext cx="8610601" cy="4179743"/>
        </p:xfrm>
        <a:graphic>
          <a:graphicData uri="http://schemas.openxmlformats.org/drawingml/2006/table">
            <a:tbl>
              <a:tblPr/>
              <a:tblGrid>
                <a:gridCol w="334941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47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7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458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458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1004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RA effort Per FP(RA/Size)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RA review effort Per FP(RAR/Size)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Coiding effort /Per FP (Code/size)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/Per FP (TP+TCR)/Size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0.675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1.29167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0.91667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71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1.175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3.125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7163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ctr"/>
                      <a:r>
                        <a:rPr lang="en-IN" sz="7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7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1.2321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0.5323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4.7877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1.0617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0.6043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0.2184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6.6006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1.7169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1931">
                <a:tc>
                  <a:txBody>
                    <a:bodyPr/>
                    <a:lstStyle/>
                    <a:p>
                      <a:pPr algn="l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0.2506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2.9748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7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0.4065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" y="274638"/>
          <a:ext cx="84582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838211"/>
          <a:ext cx="8458200" cy="4734627"/>
        </p:xfrm>
        <a:graphic>
          <a:graphicData uri="http://schemas.openxmlformats.org/drawingml/2006/table">
            <a:tbl>
              <a:tblPr/>
              <a:tblGrid>
                <a:gridCol w="3899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7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7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189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effort Per FP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0.675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0.063670131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0.077084741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0.137506568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0.11649028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0.029798094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0.169030999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0.143585132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0.07651913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1.383333333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0.068341437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0.069203633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0.182928657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0.1063319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0.1033551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0.12962546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016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1.175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0.024544022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1640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0.063949561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ctr"/>
                      <a:r>
                        <a:rPr lang="en-IN" sz="8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0.128016789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8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1.2321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0.5323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0.2249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59746">
                <a:tc>
                  <a:txBody>
                    <a:bodyPr/>
                    <a:lstStyle/>
                    <a:p>
                      <a:pPr algn="l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8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0.2506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" y="152400"/>
          <a:ext cx="86796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04798" y="609600"/>
          <a:ext cx="8686801" cy="5569225"/>
        </p:xfrm>
        <a:graphic>
          <a:graphicData uri="http://schemas.openxmlformats.org/drawingml/2006/table">
            <a:tbl>
              <a:tblPr/>
              <a:tblGrid>
                <a:gridCol w="40050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61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3619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9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1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Time(Hours)/FP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Coiding effort /Per FP (Code/size)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2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/Per FP (TP+TCR)/Size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7.75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7.5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4.8333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1.29167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3.3333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0.91667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595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3.125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5952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6.1746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4.7877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1.0617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1.2264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0.6043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9.8538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6.6006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1.7169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9099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2.4954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2.9748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2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0.4065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91400" y="609600"/>
            <a:ext cx="1600200" cy="5181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-0.09203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 .04428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-0.433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Not Normal 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8392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318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09600"/>
            <a:ext cx="71628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838200"/>
            <a:ext cx="1447800" cy="4876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0.092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0.2249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(-0.0409)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=.0443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228600" y="76200"/>
          <a:ext cx="88392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2161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838200"/>
            <a:ext cx="7315200" cy="48768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7620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-6.175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–1.226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-0.731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&lt;.05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9154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91137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762000"/>
            <a:ext cx="7429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9144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6.175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9.854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2.495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=1.226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90113" name="Picture 1"/>
          <p:cNvPicPr>
            <a:picLocks noChangeAspect="1" noChangeArrowheads="1"/>
          </p:cNvPicPr>
          <p:nvPr/>
        </p:nvPicPr>
        <p:blipFill>
          <a:blip r:embed="rId8"/>
          <a:srcRect/>
          <a:stretch>
            <a:fillRect/>
          </a:stretch>
        </p:blipFill>
        <p:spPr bwMode="auto">
          <a:xfrm>
            <a:off x="152400" y="914400"/>
            <a:ext cx="7429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122238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0" y="9144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1.232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–0.1703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–0.725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89089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914400"/>
            <a:ext cx="7429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914400"/>
            <a:ext cx="1524000" cy="4876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Mean=1.232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=1.743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=0.721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=0.1703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" y="122238"/>
          <a:ext cx="89172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8065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914400"/>
            <a:ext cx="7315200" cy="487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0600" y="76200"/>
            <a:ext cx="8917200" cy="457200"/>
          </a:xfr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>
              <a:lnSpc>
                <a:spcPct val="130000"/>
              </a:lnSpc>
              <a:defRPr/>
            </a:pPr>
            <a:r>
              <a:rPr lang="en-US" sz="28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Cycle II- X Factor – RA Review effort Normality Curve</a:t>
            </a:r>
          </a:p>
        </p:txBody>
      </p:sp>
      <p:sp>
        <p:nvSpPr>
          <p:cNvPr id="4" name="Rectangle 3"/>
          <p:cNvSpPr/>
          <p:nvPr/>
        </p:nvSpPr>
        <p:spPr>
          <a:xfrm>
            <a:off x="7467600" y="685800"/>
            <a:ext cx="16002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-0.5323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–0.09391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–0.396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87042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85800"/>
            <a:ext cx="7239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609600"/>
            <a:ext cx="15240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0.5323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0.814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=0.2506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0.09391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sp>
        <p:nvSpPr>
          <p:cNvPr id="5" name="Title 1"/>
          <p:cNvSpPr txBox="1">
            <a:spLocks/>
          </p:cNvSpPr>
          <p:nvPr/>
        </p:nvSpPr>
        <p:spPr>
          <a:xfrm>
            <a:off x="150600" y="76200"/>
            <a:ext cx="8917200" cy="4572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lvl="0" algn="ctr">
              <a:lnSpc>
                <a:spcPct val="140000"/>
              </a:lnSpc>
              <a:spcBef>
                <a:spcPct val="0"/>
              </a:spcBef>
              <a:defRPr/>
            </a:pPr>
            <a:r>
              <a:rPr lang="en-US" sz="2800" dirty="0">
                <a:solidFill>
                  <a:schemeClr val="bg1"/>
                </a:solidFill>
              </a:rPr>
              <a:t>Cycle II- X Factor – RA Review control chart</a:t>
            </a:r>
          </a:p>
        </p:txBody>
      </p:sp>
      <p:pic>
        <p:nvPicPr>
          <p:cNvPr id="86017" name="Picture 1"/>
          <p:cNvPicPr preferRelativeResize="0"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09600"/>
            <a:ext cx="7315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150600" y="76200"/>
            <a:ext cx="8917200" cy="5334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Autofit/>
          </a:bodyPr>
          <a:lstStyle/>
          <a:p>
            <a:pPr marR="0" indent="0" algn="ctr" fontAlgn="auto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2800" dirty="0">
                <a:solidFill>
                  <a:schemeClr val="bg1"/>
                </a:solidFill>
              </a:rPr>
              <a:t>Cycle II- X Factor – Coding Effort Per FP Normality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7467600" y="685800"/>
            <a:ext cx="16002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-4.788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–0.6043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–0.532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849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52400" y="685800"/>
            <a:ext cx="72390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43800" y="685800"/>
            <a:ext cx="15240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4.788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6.601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=2.975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0.6043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0600" y="76200"/>
          <a:ext cx="89172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3969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315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7467600" y="685800"/>
            <a:ext cx="16002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-1.062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–0.2184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–0.426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82945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2009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43800" y="685800"/>
            <a:ext cx="15240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1.062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1.717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=0.407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0.2184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81921" name="Picture 1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315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47800" y="16764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Effort Variance 2T test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09600"/>
          <a:ext cx="8839200" cy="5943596"/>
        </p:xfrm>
        <a:graphic>
          <a:graphicData uri="http://schemas.openxmlformats.org/drawingml/2006/table">
            <a:tbl>
              <a:tblPr/>
              <a:tblGrid>
                <a:gridCol w="183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6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9981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3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II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6533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 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 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0.1850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0.1507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0.2329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0.333333333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0.0504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0.769230769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0.346153846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0.2976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0.2126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0.433333333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0.615384615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0.384615385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0.4006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0.2603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0.1453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0.2646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0.909090909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0.181818182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0.2407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0.227272727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0.1390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0.063670131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0.077084741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0.137506568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0.11649028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0.029798094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0.169030999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0.143585132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0.07651913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0.068341437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0.069203633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0.182928657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0.1063319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0.1033551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0.12962546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29981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0.024544022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29981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0.063949561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0.128016789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0.2140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1.2321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0.0443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0.4723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1.4748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0.6642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0.2249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22178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0.2506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74638"/>
          <a:ext cx="82296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287963"/>
          </a:xfrm>
          <a:ln>
            <a:solidFill>
              <a:schemeClr val="accent1">
                <a:shade val="50000"/>
              </a:schemeClr>
            </a:solidFill>
          </a:ln>
        </p:spPr>
        <p:txBody>
          <a:bodyPr>
            <a:normAutofit fontScale="92500"/>
          </a:bodyPr>
          <a:lstStyle/>
          <a:p>
            <a:endParaRPr lang="en-US" dirty="0"/>
          </a:p>
          <a:p>
            <a:r>
              <a:rPr lang="en-US" dirty="0"/>
              <a:t>Effort Variance improved</a:t>
            </a:r>
          </a:p>
          <a:p>
            <a:pPr lvl="1"/>
            <a:r>
              <a:rPr lang="en-US" dirty="0"/>
              <a:t>From 21% to 9%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0.0861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0.0443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RA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0.7800</a:t>
            </a:r>
            <a:r>
              <a:rPr lang="en-IN" dirty="0"/>
              <a:t> </a:t>
            </a:r>
            <a:r>
              <a:rPr lang="en-US" dirty="0"/>
              <a:t>hr/FP to </a:t>
            </a:r>
            <a:r>
              <a:rPr lang="en-IN" b="1" dirty="0"/>
              <a:t>1.2321</a:t>
            </a:r>
            <a:r>
              <a:rPr lang="en-IN" dirty="0"/>
              <a:t> </a:t>
            </a:r>
            <a:r>
              <a:rPr lang="en-US" dirty="0"/>
              <a:t> hr/FP as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0.2316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0.1703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RA review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0.2937</a:t>
            </a:r>
            <a:r>
              <a:rPr lang="en-IN" dirty="0"/>
              <a:t> </a:t>
            </a:r>
            <a:r>
              <a:rPr lang="en-US" dirty="0"/>
              <a:t>hr/FP to </a:t>
            </a:r>
            <a:r>
              <a:rPr lang="en-IN" b="1" dirty="0"/>
              <a:t>0.5323</a:t>
            </a:r>
            <a:r>
              <a:rPr lang="en-IN" dirty="0"/>
              <a:t> </a:t>
            </a:r>
            <a:r>
              <a:rPr lang="en-US" dirty="0"/>
              <a:t>hr/FP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0.1235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0.0939</a:t>
            </a:r>
            <a:r>
              <a:rPr lang="en-IN" dirty="0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685797"/>
          <a:ext cx="8839201" cy="4495803"/>
        </p:xfrm>
        <a:graphic>
          <a:graphicData uri="http://schemas.openxmlformats.org/drawingml/2006/table">
            <a:tbl>
              <a:tblPr/>
              <a:tblGrid>
                <a:gridCol w="1262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83069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EV_Cycle1, EV_Cycle2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 for EV_Cycle1 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EV_Cycle2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0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0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N    Mean   StDev  SE Mean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EV_Cycle1  17  0.2140  0.0861    0.021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0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EV_Cycle2  21  0.0920  0.0443   0.0097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0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0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0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(EV_Cycle1) - mu (EV_Cycle2)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0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0.121952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(0.074241, 0.169662)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53283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T-Test of difference = 0 (vs not =): T-Value = 5.30  P-Value = 0.000  DF = 22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0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609600"/>
          <a:ext cx="8839201" cy="4419600"/>
        </p:xfrm>
        <a:graphic>
          <a:graphicData uri="http://schemas.openxmlformats.org/drawingml/2006/table">
            <a:tbl>
              <a:tblPr/>
              <a:tblGrid>
                <a:gridCol w="1262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8361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RA/FP_Cycle1, RA/FP_Cycle2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8361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RA/FP_Cycle1 vs RA/FP_Cycle2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RA/FP_Cycle1  17  0.780  0.232    0.056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RA/FP_Cycle2  21  1.232  0.170    0.037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361">
                <a:tc gridSpan="6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Difference = mu (RA/FP_Cycle1) - mu (RA/FP_Cycle2)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-0.452099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361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(-0.590062, -0.314136)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9268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-6.71  P-Value = 0.000  DF = 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09600"/>
          <a:ext cx="8839201" cy="4419598"/>
        </p:xfrm>
        <a:graphic>
          <a:graphicData uri="http://schemas.openxmlformats.org/drawingml/2006/table">
            <a:tbl>
              <a:tblPr/>
              <a:tblGrid>
                <a:gridCol w="12627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74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696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RA Review/FP_Cycle1, RA Review/FP_Cycle2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69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96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 for RA Review/FP_Cycle1 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RA Review/FP_Cycle2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9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9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  Mean 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69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RA Review/FP_Cyc  17   0.294   0.124    0.030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69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RA Review/FP_Cyc  21  0.5323  0.0939    0.020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9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69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696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(RA Review/FP_Cycle1) - mu (RA Review/FP_Cycle2)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9696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-0.238686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969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(-0.312915, -0.164458)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59001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T-Test of difference = 0 (vs not =): T-Value = -6.58  P-Value = 0.000  DF = 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9696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47800" y="16764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Cycle Time 2T test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685800"/>
          <a:ext cx="8839200" cy="5791187"/>
        </p:xfrm>
        <a:graphic>
          <a:graphicData uri="http://schemas.openxmlformats.org/drawingml/2006/table">
            <a:tbl>
              <a:tblPr/>
              <a:tblGrid>
                <a:gridCol w="183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2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8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6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24084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3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9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II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7135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Coiding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Preparation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Coiding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7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Preparation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13.5000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12.0000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3.81818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13.3333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10.0000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5.46154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0.76923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9.3333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1.08333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4.92308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1.30769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9.2500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10.6667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4.81818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4.8333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1.29167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2240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240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9.1848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4.4198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0.8502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6.1746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4.7877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1.0617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2.1091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0.6706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1.2264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0.6043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15.5121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6.4316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1.5426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9.8538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6.6006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1.7169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  <a:tr h="119045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2.8575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0.1578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2.4954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2.9748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0.4065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3"/>
                  </a:ext>
                </a:extLst>
              </a:tr>
            </a:tbl>
          </a:graphicData>
        </a:graphic>
      </p:graphicFrame>
      <p:graphicFrame>
        <p:nvGraphicFramePr>
          <p:cNvPr id="6" name="Diagram 5"/>
          <p:cNvGraphicFramePr/>
          <p:nvPr/>
        </p:nvGraphicFramePr>
        <p:xfrm>
          <a:off x="152400" y="1524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7200" cy="5181600"/>
          </a:xfrm>
          <a:noFill/>
          <a:ln>
            <a:solidFill>
              <a:schemeClr val="tx2">
                <a:lumMod val="75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Cycle Time improved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9.1848</a:t>
            </a:r>
            <a:r>
              <a:rPr lang="en-IN" dirty="0"/>
              <a:t> </a:t>
            </a:r>
            <a:r>
              <a:rPr lang="en-US" dirty="0"/>
              <a:t>/FP to </a:t>
            </a:r>
            <a:r>
              <a:rPr lang="en-IN" b="1" dirty="0"/>
              <a:t>6.1746</a:t>
            </a:r>
            <a:r>
              <a:rPr lang="en-IN" dirty="0"/>
              <a:t> </a:t>
            </a:r>
            <a:r>
              <a:rPr lang="en-US" dirty="0"/>
              <a:t>/FP 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2.1091</a:t>
            </a:r>
            <a:r>
              <a:rPr lang="en-US" dirty="0"/>
              <a:t> to </a:t>
            </a:r>
            <a:r>
              <a:rPr lang="en-IN" b="1" dirty="0"/>
              <a:t>1.2264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Coding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4.4198</a:t>
            </a:r>
            <a:r>
              <a:rPr lang="en-US" dirty="0"/>
              <a:t> hr/FP to</a:t>
            </a:r>
            <a:r>
              <a:rPr lang="en-IN" b="1" dirty="0"/>
              <a:t> 4.7877</a:t>
            </a:r>
            <a:r>
              <a:rPr lang="en-IN" dirty="0"/>
              <a:t> </a:t>
            </a:r>
            <a:r>
              <a:rPr lang="en-US" dirty="0"/>
              <a:t>hr/FP.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0.6706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0.6043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Test Preparation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0.8502</a:t>
            </a:r>
            <a:r>
              <a:rPr lang="en-US" dirty="0"/>
              <a:t> hr/FP to </a:t>
            </a:r>
            <a:r>
              <a:rPr lang="en-IN" b="1" dirty="0"/>
              <a:t>1.0617</a:t>
            </a:r>
            <a:r>
              <a:rPr lang="en-IN" dirty="0"/>
              <a:t> </a:t>
            </a:r>
            <a:r>
              <a:rPr lang="en-US" dirty="0"/>
              <a:t>hr/FP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0.2308</a:t>
            </a:r>
            <a:r>
              <a:rPr lang="en-US" dirty="0"/>
              <a:t> to </a:t>
            </a:r>
            <a:r>
              <a:rPr lang="en-IN" b="1" dirty="0"/>
              <a:t>0.2184</a:t>
            </a:r>
            <a:r>
              <a:rPr lang="en-IN" dirty="0"/>
              <a:t> 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1524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09600"/>
          <a:ext cx="8839200" cy="45720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9339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Cycle Time(Hours)/FP_B1, Cycle Time(Hours)/FP_B2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33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339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Cycle Time(Hours)/FP_B1 vs Cycle Time(Hours)/FP_B2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33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33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33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Cycle Time(Hours  17  9.18   2.11     0.51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339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Cycle Time(Hours  21  6.17   1.23     0.27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33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339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339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(Cycle Time(Hours)/FP_B1) - mu (Cycle Time(Hours)/FP_B2)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339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3.01024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339">
                <a:tc gridSpan="4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(1.81874, 4.20175)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19932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T-Test of difference = 0 (vs not =): T-Value = 5.21  P-Value = 0.000  DF = 24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&lt;.05(0.088)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09600"/>
          <a:ext cx="8839200" cy="4571996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1692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Coding_B1, Coding Rate_B2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Coding_B1 vs Coding Rate_B2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                 N   Mean  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StDev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nn-NO" sz="1000" b="0" i="0" u="none" strike="noStrike" dirty="0">
                          <a:latin typeface="Arial"/>
                        </a:rPr>
                        <a:t>Coding_B1       17  4.420  0.671     0.16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Coding Rate_B2  21  4.788  0.604     0.13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(Coding_B1) - mu (Coding Rate_B2)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-0.367904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(-0.794409, 0.058601)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-1.76  P-Value = 0.088  DF = 32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609600"/>
          <a:ext cx="8839200" cy="4495800"/>
        </p:xfrm>
        <a:graphic>
          <a:graphicData uri="http://schemas.openxmlformats.org/drawingml/2006/table">
            <a:tbl>
              <a:tblPr lastRow="1"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50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Test Preparation_B1, Test Preparation/FP_B2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Test Preparation_B1 vs Test Preparation/FP_B2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38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38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Test Preparation  17  0.850  0.231    0.056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38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Test Preparation  21  1.062  0.218    0.048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3850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(Test Preparation_B1) - mu (Test Preparation/FP_B2)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38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-0.211516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3850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(-0.361096, -0.061936)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3850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-2.88  P-Value = 0.007  DF = 33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59" y="914400"/>
            <a:ext cx="7015441" cy="492215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94845" y="228600"/>
            <a:ext cx="8917200" cy="455715"/>
            <a:chOff x="0" y="742"/>
            <a:chExt cx="8917200" cy="455715"/>
          </a:xfrm>
        </p:grpSpPr>
        <p:sp>
          <p:nvSpPr>
            <p:cNvPr id="5" name="Rounded Rectangle 4"/>
            <p:cNvSpPr/>
            <p:nvPr/>
          </p:nvSpPr>
          <p:spPr>
            <a:xfrm>
              <a:off x="0" y="742"/>
              <a:ext cx="8917200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22246" y="22988"/>
              <a:ext cx="8872708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Capability  Analysis For EV (Cycle-II)</a:t>
              </a:r>
              <a:endParaRPr lang="en-US" sz="1900" kern="1200" dirty="0"/>
            </a:p>
          </p:txBody>
        </p:sp>
      </p:grpSp>
      <p:sp>
        <p:nvSpPr>
          <p:cNvPr id="7" name="Rectangular Callout 6"/>
          <p:cNvSpPr/>
          <p:nvPr/>
        </p:nvSpPr>
        <p:spPr>
          <a:xfrm>
            <a:off x="1" y="2779915"/>
            <a:ext cx="1676400" cy="1191126"/>
          </a:xfrm>
          <a:prstGeom prst="wedgeRectCallout">
            <a:avLst>
              <a:gd name="adj1" fmla="val 390504"/>
              <a:gd name="adj2" fmla="val 154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 and CPK is &gt; 1  hence process is capable</a:t>
            </a:r>
          </a:p>
        </p:txBody>
      </p:sp>
    </p:spTree>
    <p:extLst>
      <p:ext uri="{BB962C8B-B14F-4D97-AF65-F5344CB8AC3E}">
        <p14:creationId xmlns:p14="http://schemas.microsoft.com/office/powerpoint/2010/main" val="808603476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59" y="914400"/>
            <a:ext cx="7015441" cy="492215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94845" y="228600"/>
            <a:ext cx="8917200" cy="455715"/>
            <a:chOff x="0" y="742"/>
            <a:chExt cx="8917200" cy="455715"/>
          </a:xfrm>
        </p:grpSpPr>
        <p:sp>
          <p:nvSpPr>
            <p:cNvPr id="5" name="Rounded Rectangle 4"/>
            <p:cNvSpPr/>
            <p:nvPr/>
          </p:nvSpPr>
          <p:spPr>
            <a:xfrm>
              <a:off x="0" y="742"/>
              <a:ext cx="8917200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22246" y="22988"/>
              <a:ext cx="8872708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Capability  Analysis For RA Effort (Cycle-II)</a:t>
              </a:r>
              <a:endParaRPr lang="en-US" sz="1900" kern="1200" dirty="0"/>
            </a:p>
          </p:txBody>
        </p:sp>
      </p:grpSp>
      <p:sp>
        <p:nvSpPr>
          <p:cNvPr id="7" name="Rectangular Callout 6"/>
          <p:cNvSpPr/>
          <p:nvPr/>
        </p:nvSpPr>
        <p:spPr>
          <a:xfrm>
            <a:off x="1" y="2779915"/>
            <a:ext cx="1676400" cy="1191126"/>
          </a:xfrm>
          <a:prstGeom prst="wedgeRectCallout">
            <a:avLst>
              <a:gd name="adj1" fmla="val 390504"/>
              <a:gd name="adj2" fmla="val 154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 and CPK is &gt; 1  hence process is capable</a:t>
            </a:r>
          </a:p>
        </p:txBody>
      </p:sp>
    </p:spTree>
    <p:extLst>
      <p:ext uri="{BB962C8B-B14F-4D97-AF65-F5344CB8AC3E}">
        <p14:creationId xmlns:p14="http://schemas.microsoft.com/office/powerpoint/2010/main" val="1876617921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99959" y="914400"/>
            <a:ext cx="7015441" cy="4922156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94845" y="228600"/>
            <a:ext cx="8917200" cy="455715"/>
            <a:chOff x="0" y="742"/>
            <a:chExt cx="8917200" cy="455715"/>
          </a:xfrm>
        </p:grpSpPr>
        <p:sp>
          <p:nvSpPr>
            <p:cNvPr id="5" name="Rounded Rectangle 4"/>
            <p:cNvSpPr/>
            <p:nvPr/>
          </p:nvSpPr>
          <p:spPr>
            <a:xfrm>
              <a:off x="0" y="742"/>
              <a:ext cx="8917200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22246" y="22988"/>
              <a:ext cx="8872708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Capability  Analysis For RA Review Effort (Cycle-II)</a:t>
              </a:r>
              <a:endParaRPr lang="en-US" sz="1900" kern="1200" dirty="0"/>
            </a:p>
          </p:txBody>
        </p:sp>
      </p:grpSp>
      <p:sp>
        <p:nvSpPr>
          <p:cNvPr id="7" name="Rectangular Callout 6"/>
          <p:cNvSpPr/>
          <p:nvPr/>
        </p:nvSpPr>
        <p:spPr>
          <a:xfrm>
            <a:off x="1" y="2779915"/>
            <a:ext cx="1676400" cy="1191126"/>
          </a:xfrm>
          <a:prstGeom prst="wedgeRectCallout">
            <a:avLst>
              <a:gd name="adj1" fmla="val 390504"/>
              <a:gd name="adj2" fmla="val 154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 and CPK is &gt; 1  hence process is capable</a:t>
            </a:r>
          </a:p>
        </p:txBody>
      </p:sp>
    </p:spTree>
    <p:extLst>
      <p:ext uri="{BB962C8B-B14F-4D97-AF65-F5344CB8AC3E}">
        <p14:creationId xmlns:p14="http://schemas.microsoft.com/office/powerpoint/2010/main" val="1547126751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792843"/>
            <a:ext cx="7467600" cy="5836557"/>
          </a:xfrm>
          <a:prstGeom prst="rect">
            <a:avLst/>
          </a:prstGeom>
        </p:spPr>
      </p:pic>
      <p:grpSp>
        <p:nvGrpSpPr>
          <p:cNvPr id="4" name="Group 3"/>
          <p:cNvGrpSpPr/>
          <p:nvPr/>
        </p:nvGrpSpPr>
        <p:grpSpPr>
          <a:xfrm>
            <a:off x="194845" y="228600"/>
            <a:ext cx="8917200" cy="455715"/>
            <a:chOff x="0" y="742"/>
            <a:chExt cx="8917200" cy="455715"/>
          </a:xfrm>
        </p:grpSpPr>
        <p:sp>
          <p:nvSpPr>
            <p:cNvPr id="5" name="Rounded Rectangle 4"/>
            <p:cNvSpPr/>
            <p:nvPr/>
          </p:nvSpPr>
          <p:spPr>
            <a:xfrm>
              <a:off x="0" y="742"/>
              <a:ext cx="8917200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22246" y="22988"/>
              <a:ext cx="8872708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Capability  Analysis For Cycle Time (Cycle-II)</a:t>
              </a:r>
              <a:endParaRPr lang="en-US" sz="1900" kern="1200" dirty="0"/>
            </a:p>
          </p:txBody>
        </p:sp>
      </p:grpSp>
      <p:sp>
        <p:nvSpPr>
          <p:cNvPr id="7" name="Rectangular Callout 6"/>
          <p:cNvSpPr/>
          <p:nvPr/>
        </p:nvSpPr>
        <p:spPr>
          <a:xfrm>
            <a:off x="1" y="2779914"/>
            <a:ext cx="1371599" cy="1715885"/>
          </a:xfrm>
          <a:prstGeom prst="wedgeRectCallout">
            <a:avLst>
              <a:gd name="adj1" fmla="val 489429"/>
              <a:gd name="adj2" fmla="val 1549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 and CPK is &gt; 1  hence process is capable</a:t>
            </a:r>
          </a:p>
        </p:txBody>
      </p:sp>
    </p:spTree>
    <p:extLst>
      <p:ext uri="{BB962C8B-B14F-4D97-AF65-F5344CB8AC3E}">
        <p14:creationId xmlns:p14="http://schemas.microsoft.com/office/powerpoint/2010/main" val="70700488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/>
          <p:cNvGrpSpPr/>
          <p:nvPr/>
        </p:nvGrpSpPr>
        <p:grpSpPr>
          <a:xfrm>
            <a:off x="194845" y="228600"/>
            <a:ext cx="8917200" cy="455715"/>
            <a:chOff x="0" y="742"/>
            <a:chExt cx="8917200" cy="455715"/>
          </a:xfrm>
        </p:grpSpPr>
        <p:sp>
          <p:nvSpPr>
            <p:cNvPr id="5" name="Rounded Rectangle 4"/>
            <p:cNvSpPr/>
            <p:nvPr/>
          </p:nvSpPr>
          <p:spPr>
            <a:xfrm>
              <a:off x="0" y="742"/>
              <a:ext cx="8917200" cy="455715"/>
            </a:xfrm>
            <a:prstGeom prst="roundRect">
              <a:avLst/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6" name="Rounded Rectangle 4"/>
            <p:cNvSpPr txBox="1"/>
            <p:nvPr/>
          </p:nvSpPr>
          <p:spPr>
            <a:xfrm>
              <a:off x="22246" y="22988"/>
              <a:ext cx="8872708" cy="41122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72390" tIns="72390" rIns="72390" bIns="72390" numCol="1" spcCol="1270" anchor="ctr" anchorCtr="0">
              <a:noAutofit/>
            </a:bodyPr>
            <a:lstStyle/>
            <a:p>
              <a:pPr marL="0" lvl="0" indent="0" algn="ctr" defTabSz="844550" rtl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900" dirty="0"/>
                <a:t>Capability  Analysis For Coding Efforts (Cycle-II)</a:t>
              </a:r>
              <a:endParaRPr lang="en-US" sz="1900" kern="1200" dirty="0"/>
            </a:p>
          </p:txBody>
        </p:sp>
      </p:grp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706561"/>
            <a:ext cx="7315200" cy="5770439"/>
          </a:xfrm>
          <a:prstGeom prst="rect">
            <a:avLst/>
          </a:prstGeom>
        </p:spPr>
      </p:pic>
      <p:sp>
        <p:nvSpPr>
          <p:cNvPr id="7" name="Rectangular Callout 6"/>
          <p:cNvSpPr/>
          <p:nvPr/>
        </p:nvSpPr>
        <p:spPr>
          <a:xfrm>
            <a:off x="1" y="2779914"/>
            <a:ext cx="1371599" cy="1715885"/>
          </a:xfrm>
          <a:prstGeom prst="wedgeRectCallout">
            <a:avLst>
              <a:gd name="adj1" fmla="val 490504"/>
              <a:gd name="adj2" fmla="val 1034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/>
              <a:t>CP and CPK is &gt; 1  hence process is capable</a:t>
            </a:r>
          </a:p>
        </p:txBody>
      </p:sp>
    </p:spTree>
    <p:extLst>
      <p:ext uri="{BB962C8B-B14F-4D97-AF65-F5344CB8AC3E}">
        <p14:creationId xmlns:p14="http://schemas.microsoft.com/office/powerpoint/2010/main" val="202349043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Target Setting Exercise For Cycle-III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81000" y="152400"/>
          <a:ext cx="83820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1905000" y="5562600"/>
            <a:ext cx="49530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EV and its X factors  at organization level in Cycle-2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81000" y="769884"/>
          <a:ext cx="8382001" cy="4716516"/>
        </p:xfrm>
        <a:graphic>
          <a:graphicData uri="http://schemas.openxmlformats.org/drawingml/2006/table">
            <a:tbl>
              <a:tblPr/>
              <a:tblGrid>
                <a:gridCol w="38645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2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822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52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7202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effort Per FP(RA/Size)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6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FP(RAR/Size)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0.063670131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0.077084741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0.137506568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0.11649028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0.029798094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0.169030999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0.143585132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0.07651913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0.068341437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0.069203633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0.182928657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0.1063319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0.1033551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0.12962546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696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0.024544022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6964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0.063949561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0.128016789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0.0920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1.2321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0.5323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0.0443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0.0939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0.2249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1.743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0.814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42804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-0.0409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0.2506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76200" y="228600"/>
          <a:ext cx="8915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304800" y="1066800"/>
            <a:ext cx="8458200" cy="5334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609600" y="2743200"/>
          <a:ext cx="8038920" cy="1357526"/>
        </p:xfrm>
        <a:graphic>
          <a:graphicData uri="http://schemas.openxmlformats.org/drawingml/2006/table">
            <a:tbl>
              <a:tblPr/>
              <a:tblGrid>
                <a:gridCol w="10048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048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43840">
                <a:tc gridSpan="7"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9241"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1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6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923">
                <a:tc gridSpan="8"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latin typeface="Arial"/>
                        </a:rPr>
                        <a:t>The regression equation is provided</a:t>
                      </a:r>
                      <a:r>
                        <a:rPr lang="en-US" sz="1600" b="1" i="0" u="none" strike="noStrike" baseline="0" dirty="0">
                          <a:latin typeface="Arial"/>
                        </a:rPr>
                        <a:t> by SEPG Team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6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923">
                <a:tc gridSpan="8"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1" dirty="0">
                          <a:latin typeface="Arial"/>
                        </a:rPr>
                        <a:t>EV_Cycle12 = 0.399 - 0.104 RA/FP_Cycle12 - 0.342 RA Review/FP_Cycle12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228600"/>
          <a:ext cx="8839200" cy="60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799" y="1371600"/>
          <a:ext cx="8458200" cy="2971800"/>
        </p:xfrm>
        <a:graphic>
          <a:graphicData uri="http://schemas.openxmlformats.org/drawingml/2006/table">
            <a:tbl>
              <a:tblPr/>
              <a:tblGrid>
                <a:gridCol w="1051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98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79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39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643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306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709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Effort Variance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 for SD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735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9%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1.2321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0.5323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7355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0.5423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79%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74638"/>
          <a:ext cx="83058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5135563"/>
          </a:xfrm>
          <a:ln>
            <a:solidFill>
              <a:schemeClr val="tx2"/>
            </a:solidFill>
          </a:ln>
        </p:spPr>
        <p:txBody>
          <a:bodyPr>
            <a:normAutofit fontScale="70000" lnSpcReduction="20000"/>
          </a:bodyPr>
          <a:lstStyle/>
          <a:p>
            <a:endParaRPr lang="en-US" dirty="0"/>
          </a:p>
          <a:p>
            <a:r>
              <a:rPr lang="en-US" dirty="0"/>
              <a:t>To reduce effort variance from 9% to 5% and St Dev reduced from 4% to 3%</a:t>
            </a:r>
          </a:p>
          <a:p>
            <a:r>
              <a:rPr lang="en-US" dirty="0"/>
              <a:t>RA Effort to improved from  </a:t>
            </a:r>
            <a:r>
              <a:rPr lang="en-IN" dirty="0"/>
              <a:t>1.2321 </a:t>
            </a:r>
            <a:r>
              <a:rPr lang="en-US" dirty="0"/>
              <a:t>Hrs/FP to 1.3Hrs/FP  with SD from   </a:t>
            </a:r>
            <a:r>
              <a:rPr lang="en-IN" dirty="0"/>
              <a:t>0.170279  </a:t>
            </a:r>
            <a:r>
              <a:rPr lang="en-US" dirty="0"/>
              <a:t>to </a:t>
            </a:r>
            <a:r>
              <a:rPr lang="en-IN" dirty="0"/>
              <a:t>0.15 </a:t>
            </a:r>
            <a:r>
              <a:rPr lang="en-US" dirty="0"/>
              <a:t> reduced by </a:t>
            </a:r>
          </a:p>
          <a:p>
            <a:pPr lvl="1"/>
            <a:r>
              <a:rPr lang="en-US" dirty="0"/>
              <a:t>Using subject matter expert in requirement analysis</a:t>
            </a:r>
          </a:p>
          <a:p>
            <a:pPr lvl="1"/>
            <a:r>
              <a:rPr lang="en-US" dirty="0"/>
              <a:t>By micro level analysis of requirement through smaller releases and their req. analysis</a:t>
            </a:r>
          </a:p>
          <a:p>
            <a:pPr lvl="1"/>
            <a:endParaRPr lang="en-US" dirty="0"/>
          </a:p>
          <a:p>
            <a:r>
              <a:rPr lang="en-US" dirty="0"/>
              <a:t>RA review effort to increase from </a:t>
            </a:r>
            <a:r>
              <a:rPr lang="en-IN" dirty="0"/>
              <a:t>0.5323 </a:t>
            </a:r>
            <a:r>
              <a:rPr lang="en-US" dirty="0"/>
              <a:t>hrs/FP to </a:t>
            </a:r>
            <a:r>
              <a:rPr lang="en-IN" dirty="0"/>
              <a:t>0.5423 </a:t>
            </a:r>
            <a:r>
              <a:rPr lang="en-US" dirty="0"/>
              <a:t> Hr/FP With  standard deviation from .093 to 0.091 by</a:t>
            </a:r>
          </a:p>
          <a:p>
            <a:pPr lvl="1"/>
            <a:r>
              <a:rPr lang="en-US" dirty="0"/>
              <a:t>By introducing checklist in requirement review </a:t>
            </a:r>
          </a:p>
          <a:p>
            <a:pPr lvl="1"/>
            <a:r>
              <a:rPr lang="en-US" dirty="0"/>
              <a:t>By Add, Modify, delete and track requirements and maintain documents </a:t>
            </a:r>
          </a:p>
          <a:p>
            <a:pPr lvl="1"/>
            <a:r>
              <a:rPr lang="en-US" dirty="0"/>
              <a:t>Involving customer feedback in requirement review and document &amp; revise requirements as needed.</a:t>
            </a:r>
          </a:p>
          <a:p>
            <a:pPr lvl="1"/>
            <a:r>
              <a:rPr lang="en-US" dirty="0"/>
              <a:t>Requirements details clarified and validate with customer. 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81000" y="152400"/>
          <a:ext cx="8458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81000" y="762000"/>
          <a:ext cx="8458199" cy="5196840"/>
        </p:xfrm>
        <a:graphic>
          <a:graphicData uri="http://schemas.openxmlformats.org/drawingml/2006/table">
            <a:tbl>
              <a:tblPr/>
              <a:tblGrid>
                <a:gridCol w="38996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57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957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6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7464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Time(Hours)/FP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Coiding effort /Per FP (Code/size)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4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/Per FP (TP+TCR)/Size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Add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Add Bulk Application Entries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Allotment of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Approve/Reject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7.75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Create Allotee List of a Scheme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Create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Edit Allotted Property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7.5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Edit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Generate a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Generate allotment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4.8333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1.29167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View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3.3333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0.91667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View Application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View comments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View Unsuccessful Applicant List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Submit Allotee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Generate Bulk Payment Schedule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3323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Initiate Refund for Unsuccessful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1.025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Manage Allotment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3.125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Manage Applicants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6.75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3323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Submit unsuccessful candidate list for approval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0" i="0" u="none" strike="noStrike">
                          <a:latin typeface="Arial"/>
                        </a:rPr>
                        <a:t>Update Personal Information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6.1746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4.7877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1.0617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1.2264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0.6043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0.2184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9.8538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6.6006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1.7169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123908">
                <a:tc>
                  <a:txBody>
                    <a:bodyPr/>
                    <a:lstStyle/>
                    <a:p>
                      <a:pPr algn="l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2.4954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2.9748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1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0.4065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457200" y="274638"/>
          <a:ext cx="82296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685800" y="990600"/>
            <a:ext cx="8153400" cy="5410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514600"/>
          <a:ext cx="7391399" cy="1216116"/>
        </p:xfrm>
        <a:graphic>
          <a:graphicData uri="http://schemas.openxmlformats.org/drawingml/2006/table">
            <a:tbl>
              <a:tblPr/>
              <a:tblGrid>
                <a:gridCol w="190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21">
                <a:tc gridSpan="6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753"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2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latin typeface="Arial"/>
                        </a:rPr>
                        <a:t>The regression equation for Cycle</a:t>
                      </a:r>
                      <a:r>
                        <a:rPr lang="en-US" sz="1400" b="1" i="0" u="none" strike="noStrike" baseline="0" dirty="0">
                          <a:latin typeface="Arial"/>
                        </a:rPr>
                        <a:t> Time</a:t>
                      </a:r>
                      <a:r>
                        <a:rPr lang="en-US" sz="1400" b="1" i="0" u="none" strike="noStrike" dirty="0">
                          <a:latin typeface="Arial"/>
                        </a:rPr>
                        <a:t> is Provided by SEPG Team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2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latin typeface="Arial"/>
                        </a:rPr>
                        <a:t>Cycle Time(Hours)/FP = 19.9 - 1.68 Coding - 4.79 Test Preparation</a:t>
                      </a:r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228600" y="228600"/>
          <a:ext cx="8763000" cy="609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1371600"/>
          <a:ext cx="8610600" cy="2362200"/>
        </p:xfrm>
        <a:graphic>
          <a:graphicData uri="http://schemas.openxmlformats.org/drawingml/2006/table">
            <a:tbl>
              <a:tblPr/>
              <a:tblGrid>
                <a:gridCol w="9103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52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569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9727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037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037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9906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Coding Effort/FP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Test Preparation Effort/FP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Mean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St. Dev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2437"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6.771091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4.7877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1.0617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3363">
                <a:tc vMerge="1">
                  <a:txBody>
                    <a:bodyPr/>
                    <a:lstStyle/>
                    <a:p>
                      <a:pPr algn="r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r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67%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6.088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152400"/>
          <a:ext cx="8534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838200"/>
            <a:ext cx="8534400" cy="5287963"/>
          </a:xfrm>
          <a:ln>
            <a:solidFill>
              <a:schemeClr val="tx2"/>
            </a:solidFill>
          </a:ln>
        </p:spPr>
        <p:txBody>
          <a:bodyPr>
            <a:normAutofit fontScale="92500" lnSpcReduction="20000"/>
          </a:bodyPr>
          <a:lstStyle/>
          <a:p>
            <a:endParaRPr lang="en-US" sz="2600" dirty="0"/>
          </a:p>
          <a:p>
            <a:r>
              <a:rPr lang="en-US" sz="2600" dirty="0"/>
              <a:t>To reduce Cycle Time from </a:t>
            </a:r>
            <a:r>
              <a:rPr lang="en-IN" sz="2800" dirty="0"/>
              <a:t>6.1746 </a:t>
            </a:r>
            <a:r>
              <a:rPr lang="en-US" sz="2600" dirty="0"/>
              <a:t> defects/FP to  4  defects /FP with St dev from </a:t>
            </a:r>
            <a:r>
              <a:rPr lang="en-IN" sz="2800" dirty="0"/>
              <a:t>1.226423 </a:t>
            </a:r>
            <a:r>
              <a:rPr lang="en-US" sz="2600" dirty="0"/>
              <a:t> To 1.0</a:t>
            </a:r>
          </a:p>
          <a:p>
            <a:r>
              <a:rPr lang="en-US" sz="2600" dirty="0"/>
              <a:t>Test Preparation efforts Improved from </a:t>
            </a:r>
            <a:r>
              <a:rPr lang="en-IN" sz="2800" dirty="0"/>
              <a:t>1.061707 </a:t>
            </a:r>
            <a:r>
              <a:rPr lang="en-US" sz="2600" dirty="0"/>
              <a:t>Hrs/FP to 1.2Hrs/FP with St Dev  from  </a:t>
            </a:r>
            <a:r>
              <a:rPr lang="en-IN" sz="2800" dirty="0"/>
              <a:t>0.218413 </a:t>
            </a:r>
            <a:r>
              <a:rPr lang="en-US" sz="2600" dirty="0"/>
              <a:t>to.10  by</a:t>
            </a:r>
          </a:p>
          <a:p>
            <a:pPr lvl="1"/>
            <a:r>
              <a:rPr lang="en-US" sz="2000" dirty="0"/>
              <a:t>Preparing more test cases</a:t>
            </a:r>
          </a:p>
          <a:p>
            <a:pPr lvl="1"/>
            <a:r>
              <a:rPr lang="en-US" sz="2000" dirty="0"/>
              <a:t>By using root cause analysis of bugs</a:t>
            </a:r>
          </a:p>
          <a:p>
            <a:pPr lvl="1"/>
            <a:r>
              <a:rPr lang="en-US" sz="2000" dirty="0"/>
              <a:t>By adopting previous project  knowledge which help them to reduce test case preparation effort and spend more time on testing</a:t>
            </a:r>
          </a:p>
          <a:p>
            <a:r>
              <a:rPr lang="en-US" sz="2600" dirty="0"/>
              <a:t>Coding efforts Improved from </a:t>
            </a:r>
            <a:r>
              <a:rPr lang="en-IN" sz="2800" dirty="0"/>
              <a:t>4.787699 </a:t>
            </a:r>
            <a:r>
              <a:rPr lang="en-US" sz="2600" dirty="0"/>
              <a:t> hrs/FP to 4.8 Hr/FP with St Dev from </a:t>
            </a:r>
            <a:r>
              <a:rPr lang="en-IN" sz="2800" dirty="0"/>
              <a:t>0.604282 </a:t>
            </a:r>
            <a:r>
              <a:rPr lang="en-US" sz="2600" dirty="0"/>
              <a:t>to  .5</a:t>
            </a:r>
          </a:p>
          <a:p>
            <a:pPr lvl="1"/>
            <a:r>
              <a:rPr lang="en-US" sz="2000" dirty="0"/>
              <a:t>Break user requirements into use cases in the SRS</a:t>
            </a:r>
          </a:p>
          <a:p>
            <a:pPr lvl="1"/>
            <a:r>
              <a:rPr lang="en-US" sz="2000" dirty="0"/>
              <a:t>By using effective estimation </a:t>
            </a:r>
          </a:p>
          <a:p>
            <a:pPr lvl="1"/>
            <a:r>
              <a:rPr lang="en-US" sz="2000" dirty="0"/>
              <a:t>Start planning of Code Review Effort in Project Schedule</a:t>
            </a:r>
          </a:p>
          <a:p>
            <a:pPr lvl="1"/>
            <a:r>
              <a:rPr lang="en-US" sz="2000" dirty="0"/>
              <a:t>Use code review checklist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67139" y="1842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000" dirty="0"/>
              <a:t>Capability Analysis for DDD(Cycle2)</a:t>
            </a:r>
          </a:p>
        </p:txBody>
      </p:sp>
    </p:spTree>
    <p:extLst>
      <p:ext uri="{BB962C8B-B14F-4D97-AF65-F5344CB8AC3E}">
        <p14:creationId xmlns:p14="http://schemas.microsoft.com/office/powerpoint/2010/main" val="29132652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67139" y="1842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400" dirty="0"/>
              <a:t>Capability Analysis for Test Planning Effort(Cycle2)</a:t>
            </a:r>
          </a:p>
        </p:txBody>
      </p:sp>
    </p:spTree>
    <p:extLst>
      <p:ext uri="{BB962C8B-B14F-4D97-AF65-F5344CB8AC3E}">
        <p14:creationId xmlns:p14="http://schemas.microsoft.com/office/powerpoint/2010/main" val="291326520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67139" y="18421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/>
              <a:t>Capability Analysis for Code Review Effort (Cycle2)</a:t>
            </a:r>
          </a:p>
        </p:txBody>
      </p:sp>
    </p:spTree>
    <p:extLst>
      <p:ext uri="{BB962C8B-B14F-4D97-AF65-F5344CB8AC3E}">
        <p14:creationId xmlns:p14="http://schemas.microsoft.com/office/powerpoint/2010/main" val="291326520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362200"/>
            <a:ext cx="7772400" cy="1470025"/>
          </a:xfrm>
          <a:solidFill>
            <a:schemeClr val="tx2">
              <a:lumMod val="40000"/>
              <a:lumOff val="60000"/>
            </a:schemeClr>
          </a:solidFill>
          <a:ln>
            <a:solidFill>
              <a:schemeClr val="tx2"/>
            </a:solidFill>
          </a:ln>
        </p:spPr>
        <p:txBody>
          <a:bodyPr/>
          <a:lstStyle/>
          <a:p>
            <a:r>
              <a:rPr lang="en-US" dirty="0"/>
              <a:t>PMIS – Cycle III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76200"/>
          <a:ext cx="8839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609600"/>
          <a:ext cx="8839200" cy="6019802"/>
        </p:xfrm>
        <a:graphic>
          <a:graphicData uri="http://schemas.openxmlformats.org/drawingml/2006/table">
            <a:tbl>
              <a:tblPr/>
              <a:tblGrid>
                <a:gridCol w="192615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1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87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300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00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4626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46907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338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4562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27713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69079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480806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457352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410444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492532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</a:tblGrid>
              <a:tr h="579664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Size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Total Planned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Actual Start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Actual End Date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Design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Design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CUT(Code and Unit Testing)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Code Review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TC Prep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Testing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Total Actual Effort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# internal defects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401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28.59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04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4.9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2.4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latin typeface="Arial"/>
                        </a:rPr>
                        <a:t>28.85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28.56285714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04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06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 dirty="0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06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07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10.3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28.59285714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07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11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8.75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06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9.531428571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08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38.07571429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14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5.8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12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14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19.06285714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13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14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15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15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15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2.7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9.531428571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38.06571429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22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5.3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39.5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51201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8.75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8133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8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22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9.25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47.59714286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18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22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7.9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49.3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4134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800" b="0" i="0" u="none" strike="noStrike" dirty="0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19.03285714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21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22 July 2016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>
                          <a:latin typeface="Arial"/>
                        </a:rPr>
                        <a:t>20.5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800" b="0" i="0" u="none" strike="noStrike" dirty="0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Data Analysis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228600" y="76200"/>
          <a:ext cx="87630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0" y="533400"/>
          <a:ext cx="8762999" cy="5867408"/>
        </p:xfrm>
        <a:graphic>
          <a:graphicData uri="http://schemas.openxmlformats.org/drawingml/2006/table">
            <a:tbl>
              <a:tblPr/>
              <a:tblGrid>
                <a:gridCol w="3962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669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5502"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EV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t" latinLnBrk="0" hangingPunct="1"/>
                      <a:r>
                        <a:rPr lang="en-IN" sz="1100" b="0" i="0" u="none" strike="noStrike" kern="1200" dirty="0">
                          <a:solidFill>
                            <a:schemeClr val="tx1"/>
                          </a:solidFill>
                          <a:latin typeface="Calibri"/>
                          <a:ea typeface="+mn-ea"/>
                          <a:cs typeface="+mn-cs"/>
                        </a:rPr>
                        <a:t>Cycle Time(Hours)/FP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899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0.0091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0.0457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2.167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 dirty="0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0.0439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0.0508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6022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681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0.0366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2.6600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0.5216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0.1488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4.2248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2998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1.0952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" y="122238"/>
          <a:ext cx="8839200" cy="4111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609600"/>
          <a:ext cx="8839200" cy="5809318"/>
        </p:xfrm>
        <a:graphic>
          <a:graphicData uri="http://schemas.openxmlformats.org/drawingml/2006/table">
            <a:tbl>
              <a:tblPr/>
              <a:tblGrid>
                <a:gridCol w="35005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426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426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66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2667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7727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effort Per FP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Coding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Per FP 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118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1.616666667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1.466666667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 dirty="0">
                          <a:latin typeface="Arial"/>
                        </a:rPr>
                        <a:t>View requests -approver and </a:t>
                      </a:r>
                      <a:r>
                        <a:rPr lang="en-IN" sz="1050" b="0" i="0" u="none" strike="noStrike" dirty="0" err="1">
                          <a:latin typeface="Arial"/>
                        </a:rPr>
                        <a:t>deartment</a:t>
                      </a:r>
                      <a:r>
                        <a:rPr lang="en-IN" sz="1050" b="0" i="0" u="none" strike="noStrike" dirty="0">
                          <a:latin typeface="Arial"/>
                        </a:rPr>
                        <a:t>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latin typeface="Arial"/>
                        </a:rPr>
                        <a:t>1.083333333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 dirty="0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528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5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3019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5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5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1.5154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4.8192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1.1879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0.4469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2.0278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6.1599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0396">
                <a:tc>
                  <a:txBody>
                    <a:bodyPr/>
                    <a:lstStyle/>
                    <a:p>
                      <a:pPr algn="l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3.4785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5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0.6038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76200" y="122238"/>
          <a:ext cx="89154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0" y="685800"/>
          <a:ext cx="8839201" cy="5433594"/>
        </p:xfrm>
        <a:graphic>
          <a:graphicData uri="http://schemas.openxmlformats.org/drawingml/2006/table">
            <a:tbl>
              <a:tblPr/>
              <a:tblGrid>
                <a:gridCol w="411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effort Per</a:t>
                      </a:r>
                      <a:r>
                        <a:rPr lang="en-IN" sz="1050" b="0" i="0" u="none" strike="noStrike" baseline="0" dirty="0">
                          <a:solidFill>
                            <a:schemeClr val="tx1"/>
                          </a:solidFill>
                          <a:latin typeface="Calibri"/>
                        </a:rPr>
                        <a:t> FP</a:t>
                      </a:r>
                      <a:endParaRPr lang="en-IN" sz="1050" b="0" i="0" u="none" strike="noStrike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05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886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1.616666667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0.0643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1.466666667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0.0457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0.0439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0.0245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0.0508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2245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0.0358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8163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0.0771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0.0366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1.5154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0.1488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2.0278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49621">
                <a:tc>
                  <a:txBody>
                    <a:bodyPr/>
                    <a:lstStyle/>
                    <a:p>
                      <a:pPr algn="l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76200"/>
          <a:ext cx="8839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52401" y="685800"/>
          <a:ext cx="8839201" cy="5791203"/>
        </p:xfrm>
        <a:graphic>
          <a:graphicData uri="http://schemas.openxmlformats.org/drawingml/2006/table">
            <a:tbl>
              <a:tblPr/>
              <a:tblGrid>
                <a:gridCol w="41186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97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797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6096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045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Cycle Time(Hours)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Coiding effort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1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178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 dirty="0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44403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9602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2.6600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4.8192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1.1879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0.1947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4.2248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601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1.0952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3.4785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0.6038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391400" y="609600"/>
            <a:ext cx="1600200" cy="5181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-0.03664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- .03739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-0.312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Not Normal 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839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053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09600"/>
            <a:ext cx="72009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685800"/>
            <a:ext cx="1447800" cy="5105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0.0366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0.1488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(-0.0756)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=.0374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228600" y="76200"/>
          <a:ext cx="8839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155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228600" y="685800"/>
            <a:ext cx="73152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762000"/>
            <a:ext cx="14478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-2.66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–0.5216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-0.298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915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257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762000"/>
            <a:ext cx="74295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620000" y="762000"/>
            <a:ext cx="14478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2.66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4.225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 1.095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=0.5216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3602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762000"/>
            <a:ext cx="74295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2400" y="122238"/>
          <a:ext cx="8917200" cy="4873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620000" y="838200"/>
            <a:ext cx="14478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1.515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–0.1708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–0.494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5462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838200"/>
            <a:ext cx="73914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543800" y="838200"/>
            <a:ext cx="15240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Mean=1.515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=2.028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=1.003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=0.1708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  <a:p>
            <a:endParaRPr lang="en-US" sz="1600" dirty="0">
              <a:solidFill>
                <a:schemeClr val="bg1"/>
              </a:solidFill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52400" y="122238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565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838200"/>
            <a:ext cx="73152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/>
          <p:cNvSpPr/>
          <p:nvPr/>
        </p:nvSpPr>
        <p:spPr>
          <a:xfrm>
            <a:off x="7467600" y="685800"/>
            <a:ext cx="16002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-0.7216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–0.09467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–.229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5667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2009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7467600" y="762000"/>
            <a:ext cx="1600200" cy="51054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0.7216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1.0057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=0.4375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0.09467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7698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762000"/>
            <a:ext cx="7162800" cy="5105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7467600" y="685800"/>
            <a:ext cx="1600200" cy="49530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-4.819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–0.4469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–0.090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58722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762000"/>
            <a:ext cx="7086600" cy="495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43800" y="685800"/>
            <a:ext cx="1524000" cy="50292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4.819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6.160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=3.479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0.4469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59746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315200" cy="5029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7467600" y="685800"/>
            <a:ext cx="1600200" cy="52578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-1.188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–0.1947</a:t>
            </a:r>
          </a:p>
          <a:p>
            <a:r>
              <a:rPr lang="en-US" sz="1600" dirty="0">
                <a:solidFill>
                  <a:schemeClr val="bg1"/>
                </a:solidFill>
              </a:rPr>
              <a:t>P Value –0.519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P value is &gt;.05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Hence Data is Normal </a:t>
            </a:r>
          </a:p>
        </p:txBody>
      </p:sp>
      <p:pic>
        <p:nvPicPr>
          <p:cNvPr id="160770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2009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7543800" y="685800"/>
            <a:ext cx="1524000" cy="5181600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>
                <a:solidFill>
                  <a:schemeClr val="bg1"/>
                </a:solidFill>
              </a:rPr>
              <a:t>Mean – 1.188</a:t>
            </a:r>
          </a:p>
          <a:p>
            <a:r>
              <a:rPr lang="en-US" sz="1600" dirty="0">
                <a:solidFill>
                  <a:schemeClr val="bg1"/>
                </a:solidFill>
              </a:rPr>
              <a:t>UCL = 1.772</a:t>
            </a:r>
          </a:p>
          <a:p>
            <a:r>
              <a:rPr lang="en-US" sz="1600" dirty="0">
                <a:solidFill>
                  <a:schemeClr val="bg1"/>
                </a:solidFill>
              </a:rPr>
              <a:t>LCL =0.604</a:t>
            </a:r>
          </a:p>
          <a:p>
            <a:r>
              <a:rPr lang="en-US" sz="1600" dirty="0">
                <a:solidFill>
                  <a:schemeClr val="bg1"/>
                </a:solidFill>
              </a:rPr>
              <a:t>St Dev = 0.1947</a:t>
            </a:r>
          </a:p>
          <a:p>
            <a:endParaRPr lang="en-US" sz="1600" dirty="0">
              <a:solidFill>
                <a:schemeClr val="bg1"/>
              </a:solidFill>
            </a:endParaRPr>
          </a:p>
          <a:p>
            <a:r>
              <a:rPr lang="en-US" sz="1600" dirty="0">
                <a:solidFill>
                  <a:schemeClr val="bg1"/>
                </a:solidFill>
              </a:rPr>
              <a:t>As no points are outside UCL and LCL, the Process is stable.</a:t>
            </a:r>
          </a:p>
        </p:txBody>
      </p:sp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161794" name="Picture 2"/>
          <p:cNvPicPr>
            <a:picLocks noChangeAspect="1" noChangeArrowheads="1"/>
          </p:cNvPicPr>
          <p:nvPr/>
        </p:nvPicPr>
        <p:blipFill>
          <a:blip r:embed="rId7"/>
          <a:srcRect/>
          <a:stretch>
            <a:fillRect/>
          </a:stretch>
        </p:blipFill>
        <p:spPr bwMode="auto">
          <a:xfrm>
            <a:off x="152400" y="685800"/>
            <a:ext cx="73152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47800" y="16764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Effort Variance 2T test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152400"/>
          <a:ext cx="87630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1" y="609591"/>
          <a:ext cx="8763001" cy="6172209"/>
        </p:xfrm>
        <a:graphic>
          <a:graphicData uri="http://schemas.openxmlformats.org/drawingml/2006/table">
            <a:tbl>
              <a:tblPr/>
              <a:tblGrid>
                <a:gridCol w="181889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79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79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38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644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644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04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59309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3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III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3900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 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 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0.1850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0.1507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0.2329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0.333333333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0.0504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698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0.1263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0.769230769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0.346153846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0.2976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0.2126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0.433333333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0.2435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0.615384615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0.384615385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1.0375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0.4006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0.2080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0.2603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0.1453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0.363636364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0.2646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0.909090909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0.181818182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0.2407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0.227272727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0.1390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654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0.009094089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1.616666667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0.064319296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1.466666667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0.07966457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0.045715713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1.516666667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0.037679201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-0.027996697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26547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0.022931655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0.070235996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0.043914868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0.09021992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-0.027996697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0.024544022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0.825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17698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0.050814381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0.038669065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0.037679201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324938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-0.001726338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600" b="1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-0.027996697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0.035776457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166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600" b="1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0.077084741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0.214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0.7800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0.2937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0.0366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0.0861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0.1235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0.4723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1.4748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0.6642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0.1488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2.0278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08313">
                <a:tc>
                  <a:txBody>
                    <a:bodyPr/>
                    <a:lstStyle/>
                    <a:p>
                      <a:pPr algn="l" fontAlgn="ctr"/>
                      <a:r>
                        <a:rPr lang="en-IN" sz="6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-0.0443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0.0852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-0.0768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-0.0756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6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457200" y="228600"/>
          <a:ext cx="83058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305800" cy="5486400"/>
          </a:xfrm>
          <a:ln>
            <a:solidFill>
              <a:schemeClr val="accent1"/>
            </a:solidFill>
          </a:ln>
        </p:spPr>
        <p:txBody>
          <a:bodyPr>
            <a:normAutofit lnSpcReduction="10000"/>
          </a:bodyPr>
          <a:lstStyle/>
          <a:p>
            <a:endParaRPr lang="en-US" dirty="0"/>
          </a:p>
          <a:p>
            <a:r>
              <a:rPr lang="en-US" dirty="0"/>
              <a:t>Effort Variance improved</a:t>
            </a:r>
          </a:p>
          <a:p>
            <a:pPr lvl="1"/>
            <a:r>
              <a:rPr lang="en-US" dirty="0"/>
              <a:t>From 21% to 4%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0.0861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0.0374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RA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0.7800</a:t>
            </a:r>
            <a:r>
              <a:rPr lang="en-IN" dirty="0"/>
              <a:t> </a:t>
            </a:r>
            <a:r>
              <a:rPr lang="en-US" dirty="0"/>
              <a:t>hr/FP to </a:t>
            </a:r>
            <a:r>
              <a:rPr lang="en-IN" b="1" dirty="0"/>
              <a:t>1.5154</a:t>
            </a:r>
            <a:r>
              <a:rPr lang="en-IN" dirty="0"/>
              <a:t> </a:t>
            </a:r>
            <a:r>
              <a:rPr lang="en-US" dirty="0"/>
              <a:t> hr/FP as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0.2316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0.1708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RA review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0.2937</a:t>
            </a:r>
            <a:r>
              <a:rPr lang="en-IN" dirty="0"/>
              <a:t> </a:t>
            </a:r>
            <a:r>
              <a:rPr lang="en-US" dirty="0"/>
              <a:t>hr/FP to </a:t>
            </a:r>
            <a:r>
              <a:rPr lang="en-IN" b="1" dirty="0"/>
              <a:t>0.7216</a:t>
            </a:r>
            <a:r>
              <a:rPr lang="en-IN" dirty="0"/>
              <a:t> </a:t>
            </a:r>
            <a:r>
              <a:rPr lang="en-US" dirty="0"/>
              <a:t>hr/FP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0.1235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0.0947</a:t>
            </a:r>
            <a:r>
              <a:rPr lang="en-IN" dirty="0"/>
              <a:t> </a:t>
            </a:r>
            <a:endParaRPr lang="en-US" dirty="0"/>
          </a:p>
          <a:p>
            <a:pPr lvl="1"/>
            <a:endParaRPr lang="en-US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2400" y="152400"/>
          <a:ext cx="8839200" cy="381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28602" y="609598"/>
          <a:ext cx="8762999" cy="4724402"/>
        </p:xfrm>
        <a:graphic>
          <a:graphicData uri="http://schemas.openxmlformats.org/drawingml/2006/table">
            <a:tbl>
              <a:tblPr/>
              <a:tblGrid>
                <a:gridCol w="12518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518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1745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EV_Cycle1, EV_Cycle3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745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 for EV_Cycle1 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EV_Cycle3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74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            N    Mean   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StDev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74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EV_Cycle1  17  0.2140  0.0861    0.021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74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EV_Cycle3  20  0.0366  0.0374   0.0084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7450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(EV_Cycle1) - mu (EV_Cycle3)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7450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0.177342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7450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(0.130574, 0.224111)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597552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T-Test of difference = 0 (vs not =): T-Value = 7.89  P-Value = 0.000  DF = 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7450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152400" y="53340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304800" y="152400"/>
          <a:ext cx="8534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04800" y="685801"/>
          <a:ext cx="8534400" cy="4953002"/>
        </p:xfrm>
        <a:graphic>
          <a:graphicData uri="http://schemas.openxmlformats.org/drawingml/2006/table">
            <a:tbl>
              <a:tblPr/>
              <a:tblGrid>
                <a:gridCol w="121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56784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RA/FP_Cycle1, RA/FP_Cycle3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784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784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RA/FP_Cycle1 vs RA/FP_Cycle3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784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784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784">
                <a:tc gridSpan="6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RA/FP_Cycle1  17  0.780  0.232    0.056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784">
                <a:tc gridSpan="4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RA/FP_Cycle3  20  1.515  0.171    0.038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6784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6784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6784">
                <a:tc gridSpan="6">
                  <a:txBody>
                    <a:bodyPr/>
                    <a:lstStyle/>
                    <a:p>
                      <a:pPr algn="l" fontAlgn="b"/>
                      <a:r>
                        <a:rPr lang="fr-FR" sz="1000" b="0" i="0" u="none" strike="noStrike">
                          <a:latin typeface="Arial"/>
                        </a:rPr>
                        <a:t>Difference = mu (RA/FP_Cycle1) - mu (RA/FP_Cycle3)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6784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-0.735331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6784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(-0.874466, -0.596197)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671594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-10.83  P-Value = 0.000  DF = 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304800" y="5715000"/>
            <a:ext cx="853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304800" y="228600"/>
          <a:ext cx="85344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304800" y="5715000"/>
            <a:ext cx="8534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04800" y="838200"/>
          <a:ext cx="8534400" cy="4800601"/>
        </p:xfrm>
        <a:graphic>
          <a:graphicData uri="http://schemas.openxmlformats.org/drawingml/2006/table">
            <a:tbl>
              <a:tblPr/>
              <a:tblGrid>
                <a:gridCol w="1066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668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927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Two-Sample T-Test and CI: RA Review/FP_Cycle1, RA Review/FP_Cycle3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7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RA Review/FP_Cycle1 vs RA Review/FP_Cycle3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77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  Mean 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77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RA Review/FP_Cyc  17   0.294   0.124    0.030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277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RA Review/FP_Cyc  20  0.7216  0.0947    0.021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9277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9277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(RA Review/FP_Cycle1) - mu (RA Review/FP_Cycle3)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69277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-0.427928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69277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(-0.502945, -0.352912)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69277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-11.67  P-Value = 0.000  DF = 29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1447800" y="16764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rgbClr val="000000"/>
                </a:solidFill>
              </a:rPr>
              <a:t>Cycle Time 2T test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" y="1524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85800"/>
          <a:ext cx="8839201" cy="6019810"/>
        </p:xfrm>
        <a:graphic>
          <a:graphicData uri="http://schemas.openxmlformats.org/drawingml/2006/table">
            <a:tbl>
              <a:tblPr/>
              <a:tblGrid>
                <a:gridCol w="18378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1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87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464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65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7226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661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1622">
                <a:tc rowSpan="2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Modules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CC3E6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9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rtl="0" fontAlgn="ctr"/>
                      <a:r>
                        <a:rPr lang="en-IN" sz="8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III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461"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Coiding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Preparation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9C9C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Coiding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600" b="1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Test Preparation Effort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B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13.5000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12.0000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3.81818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Admin-View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13.3333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Authentication &amp; Authorization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10.0000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Email Component and Email Queue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6.3846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5.46154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0.76923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 Role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9.3333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4.16667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1.08333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Super Admin-User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7.3846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4.92308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1.30769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Admin- Menu Mapping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9.2500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Site Map Implementing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Circle Rate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10.6667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0.81667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Master Data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7.0000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Notification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7.2727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4.81818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Manage Refund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3.63636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Property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8.7273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0.90909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latin typeface="Arial"/>
                        </a:rPr>
                        <a:t>Scheme Management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8.5625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0.90625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3026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0.883333333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2.166666667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1.083333333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  <a:tr h="3026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5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6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7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8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9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0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1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2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3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1.125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4"/>
                  </a:ext>
                </a:extLst>
              </a:tr>
              <a:tr h="30265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5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500" b="1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2.5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4.625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6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7"/>
                  </a:ext>
                </a:extLst>
              </a:tr>
              <a:tr h="20177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500" b="1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 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ED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5.5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4D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8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9.1848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4.4198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0.8502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2.6600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4.8192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1.1879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39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2.1091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0.6706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0.2308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0.1947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0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15.5121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6.4316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1.5426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4.2248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1"/>
                  </a:ext>
                </a:extLst>
              </a:tr>
              <a:tr h="100886">
                <a:tc>
                  <a:txBody>
                    <a:bodyPr/>
                    <a:lstStyle/>
                    <a:p>
                      <a:pPr algn="l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2.8575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2.408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0.1578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1.0952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3.4785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5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0.6038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4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685800"/>
            <a:ext cx="8917200" cy="5181600"/>
          </a:xfrm>
          <a:noFill/>
          <a:ln>
            <a:solidFill>
              <a:schemeClr val="tx2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n-US" dirty="0"/>
              <a:t>Cycle Time improved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9.1848</a:t>
            </a:r>
            <a:r>
              <a:rPr lang="en-IN" dirty="0"/>
              <a:t> </a:t>
            </a:r>
            <a:r>
              <a:rPr lang="en-US" dirty="0"/>
              <a:t>/FP to </a:t>
            </a:r>
            <a:r>
              <a:rPr lang="en-IN" b="1" dirty="0"/>
              <a:t>2.6600</a:t>
            </a:r>
            <a:r>
              <a:rPr lang="en-IN" dirty="0"/>
              <a:t> </a:t>
            </a:r>
            <a:r>
              <a:rPr lang="en-US" dirty="0"/>
              <a:t>/FP 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2.1091</a:t>
            </a:r>
            <a:r>
              <a:rPr lang="en-US" dirty="0"/>
              <a:t> to </a:t>
            </a:r>
            <a:r>
              <a:rPr lang="en-IN" b="1" dirty="0"/>
              <a:t>0.5216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Coding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4.4198</a:t>
            </a:r>
            <a:r>
              <a:rPr lang="en-US" dirty="0"/>
              <a:t> hr/FP to</a:t>
            </a:r>
            <a:r>
              <a:rPr lang="en-IN" b="1" dirty="0"/>
              <a:t> 4.8192</a:t>
            </a:r>
            <a:r>
              <a:rPr lang="en-IN" dirty="0"/>
              <a:t> </a:t>
            </a:r>
            <a:r>
              <a:rPr lang="en-US" dirty="0"/>
              <a:t>hr/FP.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0.6706</a:t>
            </a:r>
            <a:r>
              <a:rPr lang="en-IN" dirty="0"/>
              <a:t> </a:t>
            </a:r>
            <a:r>
              <a:rPr lang="en-US" dirty="0"/>
              <a:t>to </a:t>
            </a:r>
            <a:r>
              <a:rPr lang="en-IN" b="1" dirty="0"/>
              <a:t>0.4469</a:t>
            </a:r>
            <a:r>
              <a:rPr lang="en-IN" dirty="0"/>
              <a:t> </a:t>
            </a:r>
            <a:endParaRPr lang="en-US" dirty="0"/>
          </a:p>
          <a:p>
            <a:r>
              <a:rPr lang="en-US" dirty="0"/>
              <a:t>Test Preparation Effort increased</a:t>
            </a:r>
          </a:p>
          <a:p>
            <a:pPr lvl="1"/>
            <a:r>
              <a:rPr lang="en-US" dirty="0"/>
              <a:t>From </a:t>
            </a:r>
            <a:r>
              <a:rPr lang="en-IN" b="1" dirty="0"/>
              <a:t>0.8502</a:t>
            </a:r>
            <a:r>
              <a:rPr lang="en-US" dirty="0"/>
              <a:t> hr/FP to </a:t>
            </a:r>
            <a:r>
              <a:rPr lang="en-IN" b="1" dirty="0"/>
              <a:t>1.1879</a:t>
            </a:r>
            <a:r>
              <a:rPr lang="en-IN" dirty="0"/>
              <a:t> </a:t>
            </a:r>
            <a:r>
              <a:rPr lang="en-US" dirty="0"/>
              <a:t>hr/FP</a:t>
            </a:r>
          </a:p>
          <a:p>
            <a:pPr lvl="1"/>
            <a:r>
              <a:rPr lang="en-US" dirty="0"/>
              <a:t>Standard deviation reduced from </a:t>
            </a:r>
            <a:r>
              <a:rPr lang="en-IN" b="1" dirty="0"/>
              <a:t>0.2308</a:t>
            </a:r>
            <a:r>
              <a:rPr lang="en-US" dirty="0"/>
              <a:t> to </a:t>
            </a:r>
            <a:r>
              <a:rPr lang="en-IN" b="1" dirty="0"/>
              <a:t>0.1947</a:t>
            </a:r>
            <a:r>
              <a:rPr lang="en-IN" dirty="0"/>
              <a:t> </a:t>
            </a:r>
            <a:endParaRPr lang="en-US" dirty="0"/>
          </a:p>
          <a:p>
            <a:pPr lvl="1"/>
            <a:endParaRPr lang="en-US" dirty="0"/>
          </a:p>
        </p:txBody>
      </p:sp>
      <p:graphicFrame>
        <p:nvGraphicFramePr>
          <p:cNvPr id="5" name="Diagram 4"/>
          <p:cNvGraphicFramePr/>
          <p:nvPr/>
        </p:nvGraphicFramePr>
        <p:xfrm>
          <a:off x="152400" y="1524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52400" y="609600"/>
          <a:ext cx="8839200" cy="4571996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169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T-Test and CI: Cycle Time(Hours)/FP_B1, Cycle Time(Hours)/FP_B3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Cycle Time(Hours)/FP_B1 vs Cycle Time(Hours)/FP_B3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Cycle Time(Hours  17   9.18   2.11     0.51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Cycle Time(Hours  20  2.660  0.522     0.12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(Cycle Time(Hours)/FP_B1) - mu (Cycle Time(Hours)/FP_B3)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 gridSpan="3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6.52484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(5.41791, 7.63177)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12.44  P-Value = 0.000  DF = 17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&lt;.05(0.046)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52400" y="609600"/>
          <a:ext cx="8839200" cy="4571996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51692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T-Test and CI: Coding_B1, Coding Rate_B3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Coding_B1 vs Coding Rate_B3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nn-NO" sz="1000" b="0" i="0" u="none" strike="noStrike">
                          <a:latin typeface="Arial"/>
                        </a:rPr>
                        <a:t>Coding_B1       17  4.420  0.671     0.16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Coding Rate_B3  20  4.819  0.447     0.10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51692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(Coding_B1) - mu (Coding Rate_B3)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51692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-0.399372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51692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(-0.791054, -0.007690)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51692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-2.09  P-Value = 0.046  DF = 27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150600" y="76200"/>
          <a:ext cx="89172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Rectangle 7"/>
          <p:cNvSpPr/>
          <p:nvPr/>
        </p:nvSpPr>
        <p:spPr>
          <a:xfrm>
            <a:off x="152400" y="5257800"/>
            <a:ext cx="88392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>
            <a:noAutofit/>
          </a:bodyPr>
          <a:lstStyle/>
          <a:p>
            <a:pPr algn="ctr"/>
            <a:r>
              <a:rPr lang="en-US" dirty="0"/>
              <a:t>2T Test is Passed as  P value is &lt;.05(0.000) indicating that the two data, which are compared are significantly different</a:t>
            </a:r>
          </a:p>
          <a:p>
            <a:pPr algn="ctr"/>
            <a:endParaRPr lang="en-US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152400" y="685800"/>
          <a:ext cx="8839200" cy="4419600"/>
        </p:xfrm>
        <a:graphic>
          <a:graphicData uri="http://schemas.openxmlformats.org/drawingml/2006/table">
            <a:tbl>
              <a:tblPr/>
              <a:tblGrid>
                <a:gridCol w="110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049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18361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T-Test and CI: Test Preparation_B1, Test Preparation/FP_B3 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9268">
                <a:tc gridSpan="6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Two-sample T for Test Preparation_B1 vs Test Preparation/FP_B3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                   N   Mean  StDev  SE Mean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Test Preparation  17  0.850  0.231    0.056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Test Preparation  20  1.188  0.195    0.044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8361"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8361">
                <a:tc gridSpan="7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Difference = mu (Test Preparation_B1) - mu (Test Preparation/FP_B3)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8361">
                <a:tc gridSpan="4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>
                          <a:latin typeface="Arial"/>
                        </a:rPr>
                        <a:t>Estimate for difference:  -0.337726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8361">
                <a:tc gridSpan="5">
                  <a:txBody>
                    <a:bodyPr/>
                    <a:lstStyle/>
                    <a:p>
                      <a:pPr algn="l" fontAlgn="b"/>
                      <a:r>
                        <a:rPr lang="it-IT" sz="1000" b="0" i="0" u="none" strike="noStrike">
                          <a:latin typeface="Arial"/>
                        </a:rPr>
                        <a:t>95% CI for difference:  (-0.482359, -0.193093)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n-IN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chemeClr val="bg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8361">
                <a:tc gridSpan="8">
                  <a:txBody>
                    <a:bodyPr/>
                    <a:lstStyle/>
                    <a:p>
                      <a:pPr algn="l" fontAlgn="b"/>
                      <a:r>
                        <a:rPr lang="en-IN" sz="1000" b="0" i="0" u="none" strike="noStrike" dirty="0">
                          <a:latin typeface="Arial"/>
                        </a:rPr>
                        <a:t>T-Test of difference = 0 (</a:t>
                      </a:r>
                      <a:r>
                        <a:rPr lang="en-IN" sz="1000" b="0" i="0" u="none" strike="noStrike" dirty="0" err="1">
                          <a:latin typeface="Arial"/>
                        </a:rPr>
                        <a:t>vs</a:t>
                      </a:r>
                      <a:r>
                        <a:rPr lang="en-IN" sz="1000" b="0" i="0" u="none" strike="noStrike" dirty="0">
                          <a:latin typeface="Arial"/>
                        </a:rPr>
                        <a:t> not =): T-Value = -4.76  P-Value = 0.000  DF = 31</a:t>
                      </a:r>
                    </a:p>
                  </a:txBody>
                  <a:tcPr marL="0" marR="0" marT="0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1447800" y="2209800"/>
            <a:ext cx="6172200" cy="2743200"/>
          </a:xfrm>
          <a:prstGeom prst="round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400" dirty="0">
                <a:solidFill>
                  <a:schemeClr val="tx1"/>
                </a:solidFill>
              </a:rPr>
              <a:t>Target Setting Exercise For Cycle-IV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1524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6" name="Title 1"/>
          <p:cNvSpPr txBox="1">
            <a:spLocks/>
          </p:cNvSpPr>
          <p:nvPr/>
        </p:nvSpPr>
        <p:spPr>
          <a:xfrm>
            <a:off x="381000" y="5486400"/>
            <a:ext cx="8610600" cy="30480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4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EV and its X factors  at organization level in Cycle-2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28600" y="685800"/>
          <a:ext cx="8763000" cy="4606507"/>
        </p:xfrm>
        <a:graphic>
          <a:graphicData uri="http://schemas.openxmlformats.org/drawingml/2006/table">
            <a:tbl>
              <a:tblPr/>
              <a:tblGrid>
                <a:gridCol w="40831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661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6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750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EV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9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RA review effort Per FP</a:t>
                      </a:r>
                    </a:p>
                  </a:txBody>
                  <a:tcPr marL="0" marR="0" marT="0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4365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0.0091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1.616666667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0.0643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1.466666667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0.666666667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0.0797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 dirty="0">
                          <a:latin typeface="Arial"/>
                        </a:rPr>
                        <a:t>View requests -approver and </a:t>
                      </a:r>
                      <a:r>
                        <a:rPr lang="en-IN" sz="900" b="0" i="0" u="none" strike="noStrike" dirty="0" err="1">
                          <a:latin typeface="Arial"/>
                        </a:rPr>
                        <a:t>deartment</a:t>
                      </a:r>
                      <a:r>
                        <a:rPr lang="en-IN" sz="900" b="0" i="0" u="none" strike="noStrike" dirty="0">
                          <a:latin typeface="Arial"/>
                        </a:rPr>
                        <a:t>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0.0457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1.516666667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0.0229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0.0702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1.4375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0.575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0.0439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0.0902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0.0245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1.375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0.825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0.0508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1.35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0.0387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0.0377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1.325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3352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-0.0017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0.875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9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-0.0280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0.0358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1.57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0.74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2234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90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0.0771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900" b="0" i="0" u="none" strike="noStrike">
                          <a:latin typeface="Arial"/>
                        </a:rPr>
                        <a:t>0.625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0.0366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1.5154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0.7216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0.0374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0.1708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0.0947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0.1488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2.0278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1.0057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18122">
                <a:tc>
                  <a:txBody>
                    <a:bodyPr/>
                    <a:lstStyle/>
                    <a:p>
                      <a:pPr algn="l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-0.0756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1.003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9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0.4375</a:t>
                      </a:r>
                    </a:p>
                  </a:txBody>
                  <a:tcPr marL="0" marR="0" marT="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76200"/>
          <a:ext cx="87630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457200" y="762000"/>
            <a:ext cx="8458200" cy="53340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/>
          </p:nvPr>
        </p:nvGraphicFramePr>
        <p:xfrm>
          <a:off x="647880" y="2895600"/>
          <a:ext cx="8038920" cy="838200"/>
        </p:xfrm>
        <a:graphic>
          <a:graphicData uri="http://schemas.openxmlformats.org/drawingml/2006/table">
            <a:tbl>
              <a:tblPr/>
              <a:tblGrid>
                <a:gridCol w="8038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600" b="1" i="0" u="none" strike="noStrike" dirty="0">
                          <a:latin typeface="Arial"/>
                        </a:rPr>
                        <a:t>The regression equation is provided</a:t>
                      </a:r>
                      <a:r>
                        <a:rPr lang="en-US" sz="1600" b="1" i="0" u="none" strike="noStrike" baseline="0" dirty="0">
                          <a:latin typeface="Arial"/>
                        </a:rPr>
                        <a:t> by SEPG Team</a:t>
                      </a:r>
                      <a:endParaRPr lang="en-US" sz="16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solidFill>
                            <a:schemeClr val="tx1"/>
                          </a:solidFill>
                          <a:latin typeface="Arial"/>
                        </a:rPr>
                        <a:t>EV_Cycle123 = 0.364 - 0.100 RA/FP_Cycle123 - 0.257 RA Review/FP_Cycle123</a:t>
                      </a: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152400" y="152400"/>
          <a:ext cx="87630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28600" y="1295400"/>
          <a:ext cx="8610600" cy="2514600"/>
        </p:xfrm>
        <a:graphic>
          <a:graphicData uri="http://schemas.openxmlformats.org/drawingml/2006/table">
            <a:tbl>
              <a:tblPr/>
              <a:tblGrid>
                <a:gridCol w="14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668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Effort Variance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RA Review Effort/FP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latin typeface="Calibri"/>
                        </a:rPr>
                        <a:t>Target for SD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382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1.5154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0.7216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9600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-1%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1.666913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0.793742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77%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648201"/>
          </a:xfrm>
          <a:ln>
            <a:solidFill>
              <a:schemeClr val="tx2"/>
            </a:solidFill>
          </a:ln>
        </p:spPr>
        <p:txBody>
          <a:bodyPr>
            <a:normAutofit fontScale="62500" lnSpcReduction="20000"/>
          </a:bodyPr>
          <a:lstStyle/>
          <a:p>
            <a:endParaRPr lang="en-US" dirty="0"/>
          </a:p>
          <a:p>
            <a:r>
              <a:rPr lang="en-US" dirty="0"/>
              <a:t>To reduce effort variance from 3% to 2% and St Dev reduced from 3% to 2%</a:t>
            </a:r>
          </a:p>
          <a:p>
            <a:r>
              <a:rPr lang="en-US" dirty="0"/>
              <a:t>RA Effort to improved from  </a:t>
            </a:r>
            <a:r>
              <a:rPr lang="en-IN" dirty="0">
                <a:latin typeface="Arial"/>
              </a:rPr>
              <a:t>1.5154</a:t>
            </a:r>
            <a:r>
              <a:rPr lang="en-IN" dirty="0"/>
              <a:t> </a:t>
            </a:r>
            <a:r>
              <a:rPr lang="en-US" dirty="0"/>
              <a:t>Hrs/FP to </a:t>
            </a:r>
            <a:r>
              <a:rPr lang="en-IN" dirty="0">
                <a:latin typeface="Arial"/>
              </a:rPr>
              <a:t>1.666 </a:t>
            </a:r>
            <a:r>
              <a:rPr lang="en-US" dirty="0"/>
              <a:t>Hrs/FP  with SD from   </a:t>
            </a:r>
            <a:r>
              <a:rPr lang="en-IN" dirty="0"/>
              <a:t>0.1664  </a:t>
            </a:r>
            <a:r>
              <a:rPr lang="en-US" dirty="0"/>
              <a:t>to </a:t>
            </a:r>
            <a:r>
              <a:rPr lang="en-IN" dirty="0"/>
              <a:t>0.1 </a:t>
            </a:r>
            <a:r>
              <a:rPr lang="en-US" dirty="0"/>
              <a:t> reduced by </a:t>
            </a:r>
          </a:p>
          <a:p>
            <a:pPr lvl="1"/>
            <a:r>
              <a:rPr lang="en-US" dirty="0"/>
              <a:t>Using subject matter expert in requirement analysis</a:t>
            </a:r>
          </a:p>
          <a:p>
            <a:pPr lvl="1"/>
            <a:r>
              <a:rPr lang="en-US" dirty="0"/>
              <a:t>By micro level analysis of requirement through smaller releases and their req. analysis</a:t>
            </a:r>
          </a:p>
          <a:p>
            <a:pPr lvl="1"/>
            <a:endParaRPr lang="en-US" dirty="0"/>
          </a:p>
          <a:p>
            <a:r>
              <a:rPr lang="en-US" dirty="0"/>
              <a:t>RA review effort to increase from </a:t>
            </a:r>
            <a:r>
              <a:rPr lang="en-IN" dirty="0"/>
              <a:t>0.7216  </a:t>
            </a:r>
            <a:r>
              <a:rPr lang="en-US" dirty="0"/>
              <a:t>hrs/FP to </a:t>
            </a:r>
            <a:r>
              <a:rPr lang="en-IN" dirty="0"/>
              <a:t>0.7937 </a:t>
            </a:r>
            <a:r>
              <a:rPr lang="en-US" dirty="0"/>
              <a:t> Hr/FP With  standard deviation from </a:t>
            </a:r>
            <a:r>
              <a:rPr lang="en-IN" dirty="0"/>
              <a:t>0.09226 </a:t>
            </a:r>
            <a:r>
              <a:rPr lang="en-US" dirty="0"/>
              <a:t>to 0.083 by</a:t>
            </a:r>
          </a:p>
          <a:p>
            <a:pPr lvl="1"/>
            <a:r>
              <a:rPr lang="en-US" dirty="0"/>
              <a:t>By introducing checklist in requirement review </a:t>
            </a:r>
          </a:p>
          <a:p>
            <a:pPr lvl="1"/>
            <a:r>
              <a:rPr lang="en-US" dirty="0"/>
              <a:t>By Add, Modify, delete and track requirements and maintain documents </a:t>
            </a:r>
          </a:p>
          <a:p>
            <a:pPr lvl="1"/>
            <a:r>
              <a:rPr lang="en-US" dirty="0"/>
              <a:t>Involving customer feedback in requirement review and document &amp; revise requirements as needed.</a:t>
            </a:r>
          </a:p>
          <a:p>
            <a:pPr lvl="1"/>
            <a:r>
              <a:rPr lang="en-US" dirty="0"/>
              <a:t>Requirements details clarified and validate with customer. </a:t>
            </a:r>
          </a:p>
        </p:txBody>
      </p:sp>
      <p:graphicFrame>
        <p:nvGraphicFramePr>
          <p:cNvPr id="4" name="Diagram 3"/>
          <p:cNvGraphicFramePr/>
          <p:nvPr/>
        </p:nvGraphicFramePr>
        <p:xfrm>
          <a:off x="457200" y="152400"/>
          <a:ext cx="82296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152400"/>
          <a:ext cx="8686800" cy="45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685800"/>
          <a:ext cx="8686799" cy="5552872"/>
        </p:xfrm>
        <a:graphic>
          <a:graphicData uri="http://schemas.openxmlformats.org/drawingml/2006/table">
            <a:tbl>
              <a:tblPr/>
              <a:tblGrid>
                <a:gridCol w="40476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25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25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3405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8511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Sprint Name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Cycle Time(Hours)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Coiding effort Per 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0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Test Preparation effort  per FP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3426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1" i="0" u="none" strike="noStrike">
                          <a:latin typeface="Arial"/>
                        </a:rPr>
                        <a:t>Approve/Reject/Cancel and resubmit Mutation approval Request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lease challan and add lease deed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2.667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5.17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0.88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comment and request department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requests -approver and deartment user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2.167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Allottee Details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bulk Possession Order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Add Mutation/Substitution SMS/Email Notifications to requestor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4.45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Business Rule Engine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Mutation Letter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Generate letters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Lease deed + Checklist - Letter just after allotment is done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Payment Schedule History view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Master page(BA)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4.75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Property Details Subsitution Transfer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3.250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Lease Deed Details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3.000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0.90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Webserives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2.750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1.13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89107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Webservices - Post document to PMS,Receive document from PMS (based on RID)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2.000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rtl="0" fontAlgn="ctr"/>
                      <a:r>
                        <a:rPr lang="pt-BR" sz="1000" b="0" i="0" u="none" strike="noStrike">
                          <a:latin typeface="Arial"/>
                        </a:rPr>
                        <a:t>BA Meta Data for document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2.500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4.63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View possesion entry ,letter generation,db preparation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1.700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5.60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259404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000" b="0" i="0" u="none" strike="noStrike">
                          <a:latin typeface="Arial"/>
                        </a:rPr>
                        <a:t>Account database understanding for BA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1.500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5.50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>
                          <a:latin typeface="Arial"/>
                        </a:rPr>
                        <a:t>1.38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Average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2.6600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4.8192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1.1879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Stander Deviation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0.5216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0.4469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0.1947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UCL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4.2248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6.1599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1.772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  <a:tr h="137809">
                <a:tc>
                  <a:txBody>
                    <a:bodyPr/>
                    <a:lstStyle/>
                    <a:p>
                      <a:pPr algn="l" fontAlgn="ctr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LCL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1.0952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>
                          <a:solidFill>
                            <a:srgbClr val="002060"/>
                          </a:solidFill>
                          <a:latin typeface="Arial"/>
                        </a:rPr>
                        <a:t>3.4785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000" b="1" i="0" u="none" strike="noStrike" dirty="0">
                          <a:solidFill>
                            <a:srgbClr val="002060"/>
                          </a:solidFill>
                          <a:latin typeface="Arial"/>
                        </a:rPr>
                        <a:t>0.6038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Diagram 5"/>
          <p:cNvGraphicFramePr/>
          <p:nvPr/>
        </p:nvGraphicFramePr>
        <p:xfrm>
          <a:off x="304800" y="274638"/>
          <a:ext cx="8610600" cy="563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Oval 2"/>
          <p:cNvSpPr/>
          <p:nvPr/>
        </p:nvSpPr>
        <p:spPr>
          <a:xfrm>
            <a:off x="381000" y="990600"/>
            <a:ext cx="8458200" cy="5410200"/>
          </a:xfrm>
          <a:prstGeom prst="ellipse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914400" y="2514600"/>
          <a:ext cx="7391399" cy="1411314"/>
        </p:xfrm>
        <a:graphic>
          <a:graphicData uri="http://schemas.openxmlformats.org/drawingml/2006/table">
            <a:tbl>
              <a:tblPr/>
              <a:tblGrid>
                <a:gridCol w="19035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9756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9121">
                <a:tc gridSpan="6"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28753"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1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4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endParaRPr lang="en-US" sz="1000" b="0" i="0" u="none" strike="noStrike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2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US" sz="1400" b="1" i="0" u="none" strike="noStrike" dirty="0">
                          <a:latin typeface="Arial"/>
                        </a:rPr>
                        <a:t>The regression equation for Cycle</a:t>
                      </a:r>
                      <a:r>
                        <a:rPr lang="en-US" sz="1400" b="1" i="0" u="none" strike="noStrike" baseline="0" dirty="0">
                          <a:latin typeface="Arial"/>
                        </a:rPr>
                        <a:t> Time</a:t>
                      </a:r>
                      <a:r>
                        <a:rPr lang="en-US" sz="1400" b="1" i="0" u="none" strike="noStrike" dirty="0">
                          <a:latin typeface="Arial"/>
                        </a:rPr>
                        <a:t> is Provided by SEPG Team</a:t>
                      </a:r>
                    </a:p>
                    <a:p>
                      <a:pPr algn="ctr" fontAlgn="b"/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4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b"/>
                      <a:endParaRPr lang="en-US" sz="1000" b="0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21">
                <a:tc gridSpan="6">
                  <a:txBody>
                    <a:bodyPr/>
                    <a:lstStyle/>
                    <a:p>
                      <a:pPr algn="ctr" fontAlgn="b"/>
                      <a:r>
                        <a:rPr lang="en-IN" sz="1400" b="1" i="0" u="none" strike="noStrike" dirty="0">
                          <a:latin typeface="Arial"/>
                        </a:rPr>
                        <a:t>Cycle Time(Hours)/FP_B123 = 21.0 - 1.68 Coding Rate_B123 - 6.97 Test Preparation/FP_B123</a:t>
                      </a:r>
                      <a:endParaRPr lang="en-US" sz="1400" b="1" i="0" u="none" strike="noStrike" dirty="0">
                        <a:latin typeface="Arial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Diagram 4"/>
          <p:cNvGraphicFramePr/>
          <p:nvPr/>
        </p:nvGraphicFramePr>
        <p:xfrm>
          <a:off x="228600" y="228600"/>
          <a:ext cx="8763000" cy="6858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447800"/>
          <a:ext cx="8763000" cy="3276599"/>
        </p:xfrm>
        <a:graphic>
          <a:graphicData uri="http://schemas.openxmlformats.org/drawingml/2006/table">
            <a:tbl>
              <a:tblPr/>
              <a:tblGrid>
                <a:gridCol w="1460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0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592114"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Cycle Time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Coding Effort/FP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Test Preparation Effort/FP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Mean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>
                          <a:solidFill>
                            <a:schemeClr val="tx1"/>
                          </a:solidFill>
                          <a:latin typeface="Calibri"/>
                        </a:rPr>
                        <a:t>Target from St. Dev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t"/>
                      <a:r>
                        <a:rPr lang="en-IN" sz="1800" b="0" i="0" u="none" strike="noStrike" dirty="0">
                          <a:solidFill>
                            <a:schemeClr val="tx1"/>
                          </a:solidFill>
                          <a:latin typeface="Calibri"/>
                        </a:rPr>
                        <a:t>Probability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149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4.624021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4.8192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1.1879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3">
                  <a:txBody>
                    <a:bodyPr/>
                    <a:lstStyle/>
                    <a:p>
                      <a:pPr algn="ctr" fontAlgn="ctr"/>
                      <a:r>
                        <a:rPr lang="en-IN" sz="1000" b="0" i="0" u="none" strike="noStrike" dirty="0">
                          <a:latin typeface="Arial"/>
                        </a:rPr>
                        <a:t>0.42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149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2.986423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5.301083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1.306708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1495"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1.840104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5.638425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>
                          <a:latin typeface="Arial"/>
                        </a:rPr>
                        <a:t>1.389863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I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000" b="0" i="0" u="none" strike="noStrike" dirty="0">
                          <a:latin typeface="Arial"/>
                        </a:rPr>
                        <a:t>62%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  <p:transition/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/>
          <p:cNvGraphicFramePr/>
          <p:nvPr/>
        </p:nvGraphicFramePr>
        <p:xfrm>
          <a:off x="304800" y="228600"/>
          <a:ext cx="8610600" cy="533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914400"/>
            <a:ext cx="8610600" cy="5211763"/>
          </a:xfrm>
          <a:ln>
            <a:solidFill>
              <a:schemeClr val="accent1"/>
            </a:solidFill>
          </a:ln>
        </p:spPr>
        <p:txBody>
          <a:bodyPr>
            <a:normAutofit fontScale="92500" lnSpcReduction="20000"/>
          </a:bodyPr>
          <a:lstStyle/>
          <a:p>
            <a:endParaRPr lang="en-US" sz="2600" dirty="0"/>
          </a:p>
          <a:p>
            <a:r>
              <a:rPr lang="en-US" sz="2600" dirty="0"/>
              <a:t>To reduce Cycle Time from </a:t>
            </a:r>
            <a:r>
              <a:rPr lang="en-IN" sz="2800" dirty="0"/>
              <a:t>2.6600 </a:t>
            </a:r>
            <a:r>
              <a:rPr lang="en-US" sz="2600" dirty="0"/>
              <a:t> Per FP to  2  Per FP with St dev from </a:t>
            </a:r>
            <a:r>
              <a:rPr lang="en-IN" sz="2800" dirty="0"/>
              <a:t>0.5216 </a:t>
            </a:r>
            <a:r>
              <a:rPr lang="en-US" sz="2600" dirty="0"/>
              <a:t> To 0.42</a:t>
            </a:r>
          </a:p>
          <a:p>
            <a:r>
              <a:rPr lang="en-US" sz="2600" dirty="0"/>
              <a:t>Test Preparation efforts Improved from </a:t>
            </a:r>
            <a:r>
              <a:rPr lang="en-IN" sz="2800" dirty="0"/>
              <a:t>1.1879 </a:t>
            </a:r>
            <a:r>
              <a:rPr lang="en-US" sz="2600" dirty="0"/>
              <a:t>Hrs/FP to </a:t>
            </a:r>
            <a:r>
              <a:rPr lang="en-IN" sz="2800" dirty="0"/>
              <a:t>1.389863  </a:t>
            </a:r>
            <a:r>
              <a:rPr lang="en-US" sz="2600" dirty="0"/>
              <a:t>Hrs/FP with St Dev  from </a:t>
            </a:r>
            <a:r>
              <a:rPr lang="en-IN" sz="2800" dirty="0"/>
              <a:t>0.1947 </a:t>
            </a:r>
            <a:r>
              <a:rPr lang="en-US" sz="2600" dirty="0"/>
              <a:t>to .10 by</a:t>
            </a:r>
          </a:p>
          <a:p>
            <a:pPr lvl="1"/>
            <a:r>
              <a:rPr lang="en-US" sz="2000" dirty="0"/>
              <a:t>Preparing more test cases</a:t>
            </a:r>
          </a:p>
          <a:p>
            <a:pPr lvl="1"/>
            <a:r>
              <a:rPr lang="en-US" sz="2000" dirty="0"/>
              <a:t>By using root cause analysis of bugs</a:t>
            </a:r>
          </a:p>
          <a:p>
            <a:pPr lvl="1"/>
            <a:r>
              <a:rPr lang="en-US" sz="2000" dirty="0"/>
              <a:t>By adopting previous project  knowledge which help them to reduce test case preparation effort and spend more time on testing</a:t>
            </a:r>
          </a:p>
          <a:p>
            <a:r>
              <a:rPr lang="en-US" sz="2600" dirty="0"/>
              <a:t>Coding efforts Improved from </a:t>
            </a:r>
            <a:r>
              <a:rPr lang="en-IN" sz="2800" dirty="0"/>
              <a:t>4.8192 </a:t>
            </a:r>
            <a:r>
              <a:rPr lang="en-US" sz="2600" dirty="0"/>
              <a:t> hrs/FP to </a:t>
            </a:r>
            <a:r>
              <a:rPr lang="en-IN" sz="2800" dirty="0"/>
              <a:t>5.638425</a:t>
            </a:r>
            <a:r>
              <a:rPr lang="en-US" sz="2600" dirty="0"/>
              <a:t> Hr/FP with St Dev from </a:t>
            </a:r>
            <a:r>
              <a:rPr lang="en-IN" sz="2800" dirty="0"/>
              <a:t>0.4469 </a:t>
            </a:r>
            <a:r>
              <a:rPr lang="en-US" sz="2600" dirty="0"/>
              <a:t>to  0.34</a:t>
            </a:r>
          </a:p>
          <a:p>
            <a:pPr lvl="1"/>
            <a:r>
              <a:rPr lang="en-US" sz="2000" dirty="0"/>
              <a:t>Break user requirements into use cases in the SRS</a:t>
            </a:r>
          </a:p>
          <a:p>
            <a:pPr lvl="1"/>
            <a:r>
              <a:rPr lang="en-US" sz="2000" dirty="0"/>
              <a:t>By using effective estimation </a:t>
            </a:r>
          </a:p>
          <a:p>
            <a:pPr lvl="1"/>
            <a:r>
              <a:rPr lang="en-US" sz="2000" dirty="0"/>
              <a:t>Start planning of Code Review Effort in Project Schedule</a:t>
            </a:r>
          </a:p>
          <a:p>
            <a:pPr lvl="1"/>
            <a:r>
              <a:rPr lang="en-US" sz="2000" dirty="0"/>
              <a:t>Use code review checklist</a:t>
            </a:r>
          </a:p>
          <a:p>
            <a:pPr lvl="1"/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tx2">
            <a:lumMod val="60000"/>
            <a:lumOff val="40000"/>
          </a:schemeClr>
        </a:solidFill>
      </a:spPr>
      <a:bodyPr vert="horz" lIns="91440" tIns="45720" rIns="91440" bIns="45720" rtlCol="0" anchor="ctr">
        <a:normAutofit fontScale="97500"/>
      </a:bodyPr>
      <a:lstStyle>
        <a:defPPr algn="ctr">
          <a:spcBef>
            <a:spcPct val="0"/>
          </a:spcBef>
          <a:defRPr sz="2400" dirty="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17102</TotalTime>
  <Words>9977</Words>
  <Application>Microsoft Office PowerPoint</Application>
  <PresentationFormat>On-screen Show (4:3)</PresentationFormat>
  <Paragraphs>4417</Paragraphs>
  <Slides>116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116</vt:i4>
      </vt:variant>
    </vt:vector>
  </HeadingPairs>
  <TitlesOfParts>
    <vt:vector size="119" baseType="lpstr">
      <vt:lpstr>Arial</vt:lpstr>
      <vt:lpstr>Calibri</vt:lpstr>
      <vt:lpstr>Office Theme</vt:lpstr>
      <vt:lpstr>PMIS– Cycle-1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PMIS – Cycle 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Cycle II- X Factor – RA Review effort Normality Curve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PMIS – Cycle III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hcl</dc:creator>
  <cp:lastModifiedBy>Vishal Shukla</cp:lastModifiedBy>
  <cp:revision>475</cp:revision>
  <dcterms:created xsi:type="dcterms:W3CDTF">2015-04-30T01:55:38Z</dcterms:created>
  <dcterms:modified xsi:type="dcterms:W3CDTF">2016-09-12T13:23:36Z</dcterms:modified>
</cp:coreProperties>
</file>